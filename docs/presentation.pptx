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0680" y="2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3C4082-1FF3-4714-8516-C8E1EB25401E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E8A8417-25FA-4B99-8921-533F827BEA7E}">
      <dgm:prSet/>
      <dgm:spPr/>
      <dgm:t>
        <a:bodyPr/>
        <a:lstStyle/>
        <a:p>
          <a:r>
            <a:rPr lang="en-US"/>
            <a:t>TCM facial diagnosis maps facial regions → five organs &amp; five elements</a:t>
          </a:r>
        </a:p>
      </dgm:t>
    </dgm:pt>
    <dgm:pt modelId="{5CCB86DF-E66A-4559-8AB2-DC82DB8469DA}" type="parTrans" cxnId="{FC07784B-3B51-476A-AE35-0E8765ECC7AE}">
      <dgm:prSet/>
      <dgm:spPr/>
      <dgm:t>
        <a:bodyPr/>
        <a:lstStyle/>
        <a:p>
          <a:endParaRPr lang="en-US"/>
        </a:p>
      </dgm:t>
    </dgm:pt>
    <dgm:pt modelId="{B5EE199F-2E46-42BA-8DF3-37CE0F254824}" type="sibTrans" cxnId="{FC07784B-3B51-476A-AE35-0E8765ECC7AE}">
      <dgm:prSet/>
      <dgm:spPr/>
      <dgm:t>
        <a:bodyPr/>
        <a:lstStyle/>
        <a:p>
          <a:endParaRPr lang="en-US"/>
        </a:p>
      </dgm:t>
    </dgm:pt>
    <dgm:pt modelId="{6C628D03-57B3-4E4B-86FD-31EFCB8E4EBF}">
      <dgm:prSet/>
      <dgm:spPr/>
      <dgm:t>
        <a:bodyPr/>
        <a:lstStyle/>
        <a:p>
          <a:r>
            <a:rPr lang="en-US"/>
            <a:t>Existing representations are static and abstract</a:t>
          </a:r>
        </a:p>
      </dgm:t>
    </dgm:pt>
    <dgm:pt modelId="{8731AE22-4DF7-460B-AB59-C50302709851}" type="parTrans" cxnId="{286BBDED-5EA7-4287-A0E7-BE117F7652CC}">
      <dgm:prSet/>
      <dgm:spPr/>
      <dgm:t>
        <a:bodyPr/>
        <a:lstStyle/>
        <a:p>
          <a:endParaRPr lang="en-US"/>
        </a:p>
      </dgm:t>
    </dgm:pt>
    <dgm:pt modelId="{20AFFA58-E3B4-4876-96B4-674C66744B9C}" type="sibTrans" cxnId="{286BBDED-5EA7-4287-A0E7-BE117F7652CC}">
      <dgm:prSet/>
      <dgm:spPr/>
      <dgm:t>
        <a:bodyPr/>
        <a:lstStyle/>
        <a:p>
          <a:endParaRPr lang="en-US"/>
        </a:p>
      </dgm:t>
    </dgm:pt>
    <dgm:pt modelId="{333ADA2A-2710-448C-9F97-B0D7FE5B0F52}">
      <dgm:prSet/>
      <dgm:spPr/>
      <dgm:t>
        <a:bodyPr/>
        <a:lstStyle/>
        <a:p>
          <a:r>
            <a:rPr lang="en-US"/>
            <a:t>Goal: make TCM knowledge experiential, visual, and interactive (not medical diagnosis)</a:t>
          </a:r>
        </a:p>
      </dgm:t>
    </dgm:pt>
    <dgm:pt modelId="{DA388336-22DF-4FF2-B261-1E33BAF3D589}" type="parTrans" cxnId="{EA476DC7-F9DA-4DF1-8889-6887E9FE7E08}">
      <dgm:prSet/>
      <dgm:spPr/>
      <dgm:t>
        <a:bodyPr/>
        <a:lstStyle/>
        <a:p>
          <a:endParaRPr lang="en-US"/>
        </a:p>
      </dgm:t>
    </dgm:pt>
    <dgm:pt modelId="{F7D5F396-5F64-4C3D-BA8E-B3E7A6262E07}" type="sibTrans" cxnId="{EA476DC7-F9DA-4DF1-8889-6887E9FE7E08}">
      <dgm:prSet/>
      <dgm:spPr/>
      <dgm:t>
        <a:bodyPr/>
        <a:lstStyle/>
        <a:p>
          <a:endParaRPr lang="en-US"/>
        </a:p>
      </dgm:t>
    </dgm:pt>
    <dgm:pt modelId="{6614C2B0-5CA7-4E38-B8A6-2651C64AF16B}" type="pres">
      <dgm:prSet presAssocID="{753C4082-1FF3-4714-8516-C8E1EB25401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41CD90E-FB3D-4854-A48B-4471EE1613B0}" type="pres">
      <dgm:prSet presAssocID="{4E8A8417-25FA-4B99-8921-533F827BEA7E}" presName="hierRoot1" presStyleCnt="0"/>
      <dgm:spPr/>
    </dgm:pt>
    <dgm:pt modelId="{096439BE-C9A2-42CF-8787-FC488831EAF2}" type="pres">
      <dgm:prSet presAssocID="{4E8A8417-25FA-4B99-8921-533F827BEA7E}" presName="composite" presStyleCnt="0"/>
      <dgm:spPr/>
    </dgm:pt>
    <dgm:pt modelId="{3BE043C7-0450-4B79-A755-9415E43380B0}" type="pres">
      <dgm:prSet presAssocID="{4E8A8417-25FA-4B99-8921-533F827BEA7E}" presName="background" presStyleLbl="node0" presStyleIdx="0" presStyleCnt="3"/>
      <dgm:spPr/>
    </dgm:pt>
    <dgm:pt modelId="{C69BBE16-1582-44D5-85FE-6C727B3FABA7}" type="pres">
      <dgm:prSet presAssocID="{4E8A8417-25FA-4B99-8921-533F827BEA7E}" presName="text" presStyleLbl="fgAcc0" presStyleIdx="0" presStyleCnt="3">
        <dgm:presLayoutVars>
          <dgm:chPref val="3"/>
        </dgm:presLayoutVars>
      </dgm:prSet>
      <dgm:spPr/>
    </dgm:pt>
    <dgm:pt modelId="{09E2374C-ABE2-4836-B4E6-0CAD4A3398D5}" type="pres">
      <dgm:prSet presAssocID="{4E8A8417-25FA-4B99-8921-533F827BEA7E}" presName="hierChild2" presStyleCnt="0"/>
      <dgm:spPr/>
    </dgm:pt>
    <dgm:pt modelId="{5A20989A-CFD7-48B3-AA51-85EC243FC568}" type="pres">
      <dgm:prSet presAssocID="{6C628D03-57B3-4E4B-86FD-31EFCB8E4EBF}" presName="hierRoot1" presStyleCnt="0"/>
      <dgm:spPr/>
    </dgm:pt>
    <dgm:pt modelId="{3895352E-2D5A-49EC-8AF1-8EF35D8EADA7}" type="pres">
      <dgm:prSet presAssocID="{6C628D03-57B3-4E4B-86FD-31EFCB8E4EBF}" presName="composite" presStyleCnt="0"/>
      <dgm:spPr/>
    </dgm:pt>
    <dgm:pt modelId="{A509C62B-16BC-47F1-8BDD-478685FBB065}" type="pres">
      <dgm:prSet presAssocID="{6C628D03-57B3-4E4B-86FD-31EFCB8E4EBF}" presName="background" presStyleLbl="node0" presStyleIdx="1" presStyleCnt="3"/>
      <dgm:spPr/>
    </dgm:pt>
    <dgm:pt modelId="{9C1C04A7-A262-4537-9AEF-E9C1FE8A38E2}" type="pres">
      <dgm:prSet presAssocID="{6C628D03-57B3-4E4B-86FD-31EFCB8E4EBF}" presName="text" presStyleLbl="fgAcc0" presStyleIdx="1" presStyleCnt="3">
        <dgm:presLayoutVars>
          <dgm:chPref val="3"/>
        </dgm:presLayoutVars>
      </dgm:prSet>
      <dgm:spPr/>
    </dgm:pt>
    <dgm:pt modelId="{460F0A20-8F88-4AA1-9BC9-1F992C53F914}" type="pres">
      <dgm:prSet presAssocID="{6C628D03-57B3-4E4B-86FD-31EFCB8E4EBF}" presName="hierChild2" presStyleCnt="0"/>
      <dgm:spPr/>
    </dgm:pt>
    <dgm:pt modelId="{091A84A8-C203-4DB8-A423-181F26D63403}" type="pres">
      <dgm:prSet presAssocID="{333ADA2A-2710-448C-9F97-B0D7FE5B0F52}" presName="hierRoot1" presStyleCnt="0"/>
      <dgm:spPr/>
    </dgm:pt>
    <dgm:pt modelId="{54AA82AD-FFAA-4DF5-B35A-4DDC7D2BDEDC}" type="pres">
      <dgm:prSet presAssocID="{333ADA2A-2710-448C-9F97-B0D7FE5B0F52}" presName="composite" presStyleCnt="0"/>
      <dgm:spPr/>
    </dgm:pt>
    <dgm:pt modelId="{9F4F6CC6-B068-498F-8E05-A36C849B3E89}" type="pres">
      <dgm:prSet presAssocID="{333ADA2A-2710-448C-9F97-B0D7FE5B0F52}" presName="background" presStyleLbl="node0" presStyleIdx="2" presStyleCnt="3"/>
      <dgm:spPr/>
    </dgm:pt>
    <dgm:pt modelId="{C3656F28-7575-493A-AA0D-A894DA12B018}" type="pres">
      <dgm:prSet presAssocID="{333ADA2A-2710-448C-9F97-B0D7FE5B0F52}" presName="text" presStyleLbl="fgAcc0" presStyleIdx="2" presStyleCnt="3">
        <dgm:presLayoutVars>
          <dgm:chPref val="3"/>
        </dgm:presLayoutVars>
      </dgm:prSet>
      <dgm:spPr/>
    </dgm:pt>
    <dgm:pt modelId="{B80644B4-52A6-4758-AA18-939C56CE81AF}" type="pres">
      <dgm:prSet presAssocID="{333ADA2A-2710-448C-9F97-B0D7FE5B0F52}" presName="hierChild2" presStyleCnt="0"/>
      <dgm:spPr/>
    </dgm:pt>
  </dgm:ptLst>
  <dgm:cxnLst>
    <dgm:cxn modelId="{2D39E70E-3069-4084-904D-A1F3215C1C9C}" type="presOf" srcId="{753C4082-1FF3-4714-8516-C8E1EB25401E}" destId="{6614C2B0-5CA7-4E38-B8A6-2651C64AF16B}" srcOrd="0" destOrd="0" presId="urn:microsoft.com/office/officeart/2005/8/layout/hierarchy1"/>
    <dgm:cxn modelId="{FC07784B-3B51-476A-AE35-0E8765ECC7AE}" srcId="{753C4082-1FF3-4714-8516-C8E1EB25401E}" destId="{4E8A8417-25FA-4B99-8921-533F827BEA7E}" srcOrd="0" destOrd="0" parTransId="{5CCB86DF-E66A-4559-8AB2-DC82DB8469DA}" sibTransId="{B5EE199F-2E46-42BA-8DF3-37CE0F254824}"/>
    <dgm:cxn modelId="{7F71087D-03AE-418F-A89E-73A24B88EED2}" type="presOf" srcId="{6C628D03-57B3-4E4B-86FD-31EFCB8E4EBF}" destId="{9C1C04A7-A262-4537-9AEF-E9C1FE8A38E2}" srcOrd="0" destOrd="0" presId="urn:microsoft.com/office/officeart/2005/8/layout/hierarchy1"/>
    <dgm:cxn modelId="{EA476DC7-F9DA-4DF1-8889-6887E9FE7E08}" srcId="{753C4082-1FF3-4714-8516-C8E1EB25401E}" destId="{333ADA2A-2710-448C-9F97-B0D7FE5B0F52}" srcOrd="2" destOrd="0" parTransId="{DA388336-22DF-4FF2-B261-1E33BAF3D589}" sibTransId="{F7D5F396-5F64-4C3D-BA8E-B3E7A6262E07}"/>
    <dgm:cxn modelId="{B59DDDD3-81ED-4D5A-9519-A30DC0C25024}" type="presOf" srcId="{4E8A8417-25FA-4B99-8921-533F827BEA7E}" destId="{C69BBE16-1582-44D5-85FE-6C727B3FABA7}" srcOrd="0" destOrd="0" presId="urn:microsoft.com/office/officeart/2005/8/layout/hierarchy1"/>
    <dgm:cxn modelId="{286BBDED-5EA7-4287-A0E7-BE117F7652CC}" srcId="{753C4082-1FF3-4714-8516-C8E1EB25401E}" destId="{6C628D03-57B3-4E4B-86FD-31EFCB8E4EBF}" srcOrd="1" destOrd="0" parTransId="{8731AE22-4DF7-460B-AB59-C50302709851}" sibTransId="{20AFFA58-E3B4-4876-96B4-674C66744B9C}"/>
    <dgm:cxn modelId="{518188F4-58F0-46AC-ABE8-6EF6E182B8E3}" type="presOf" srcId="{333ADA2A-2710-448C-9F97-B0D7FE5B0F52}" destId="{C3656F28-7575-493A-AA0D-A894DA12B018}" srcOrd="0" destOrd="0" presId="urn:microsoft.com/office/officeart/2005/8/layout/hierarchy1"/>
    <dgm:cxn modelId="{C836F87E-80F2-442D-823D-411F69E1EC11}" type="presParOf" srcId="{6614C2B0-5CA7-4E38-B8A6-2651C64AF16B}" destId="{841CD90E-FB3D-4854-A48B-4471EE1613B0}" srcOrd="0" destOrd="0" presId="urn:microsoft.com/office/officeart/2005/8/layout/hierarchy1"/>
    <dgm:cxn modelId="{A7802C8B-9544-4D0C-BC51-93A60B3F13EB}" type="presParOf" srcId="{841CD90E-FB3D-4854-A48B-4471EE1613B0}" destId="{096439BE-C9A2-42CF-8787-FC488831EAF2}" srcOrd="0" destOrd="0" presId="urn:microsoft.com/office/officeart/2005/8/layout/hierarchy1"/>
    <dgm:cxn modelId="{98ECAD6F-068D-48AC-BF69-CC5AD94F26E6}" type="presParOf" srcId="{096439BE-C9A2-42CF-8787-FC488831EAF2}" destId="{3BE043C7-0450-4B79-A755-9415E43380B0}" srcOrd="0" destOrd="0" presId="urn:microsoft.com/office/officeart/2005/8/layout/hierarchy1"/>
    <dgm:cxn modelId="{7497443E-6D93-4E63-AAD5-B1499EE6806E}" type="presParOf" srcId="{096439BE-C9A2-42CF-8787-FC488831EAF2}" destId="{C69BBE16-1582-44D5-85FE-6C727B3FABA7}" srcOrd="1" destOrd="0" presId="urn:microsoft.com/office/officeart/2005/8/layout/hierarchy1"/>
    <dgm:cxn modelId="{E0FC6D11-768A-4520-AD37-BFEF0DFD98C4}" type="presParOf" srcId="{841CD90E-FB3D-4854-A48B-4471EE1613B0}" destId="{09E2374C-ABE2-4836-B4E6-0CAD4A3398D5}" srcOrd="1" destOrd="0" presId="urn:microsoft.com/office/officeart/2005/8/layout/hierarchy1"/>
    <dgm:cxn modelId="{B767B76E-9B93-4587-9978-1185CB50BDAE}" type="presParOf" srcId="{6614C2B0-5CA7-4E38-B8A6-2651C64AF16B}" destId="{5A20989A-CFD7-48B3-AA51-85EC243FC568}" srcOrd="1" destOrd="0" presId="urn:microsoft.com/office/officeart/2005/8/layout/hierarchy1"/>
    <dgm:cxn modelId="{195E2B18-57B5-44CA-9503-F0C601A90015}" type="presParOf" srcId="{5A20989A-CFD7-48B3-AA51-85EC243FC568}" destId="{3895352E-2D5A-49EC-8AF1-8EF35D8EADA7}" srcOrd="0" destOrd="0" presId="urn:microsoft.com/office/officeart/2005/8/layout/hierarchy1"/>
    <dgm:cxn modelId="{A7478FA1-9804-4DC2-AEDF-999862E413BF}" type="presParOf" srcId="{3895352E-2D5A-49EC-8AF1-8EF35D8EADA7}" destId="{A509C62B-16BC-47F1-8BDD-478685FBB065}" srcOrd="0" destOrd="0" presId="urn:microsoft.com/office/officeart/2005/8/layout/hierarchy1"/>
    <dgm:cxn modelId="{75C708D2-46A5-4D6E-A2EC-0F18AED91BDA}" type="presParOf" srcId="{3895352E-2D5A-49EC-8AF1-8EF35D8EADA7}" destId="{9C1C04A7-A262-4537-9AEF-E9C1FE8A38E2}" srcOrd="1" destOrd="0" presId="urn:microsoft.com/office/officeart/2005/8/layout/hierarchy1"/>
    <dgm:cxn modelId="{252ED408-382E-4D8B-8729-090A8770077B}" type="presParOf" srcId="{5A20989A-CFD7-48B3-AA51-85EC243FC568}" destId="{460F0A20-8F88-4AA1-9BC9-1F992C53F914}" srcOrd="1" destOrd="0" presId="urn:microsoft.com/office/officeart/2005/8/layout/hierarchy1"/>
    <dgm:cxn modelId="{9F79FB1F-C4F1-445C-8ADC-250808B6D5E2}" type="presParOf" srcId="{6614C2B0-5CA7-4E38-B8A6-2651C64AF16B}" destId="{091A84A8-C203-4DB8-A423-181F26D63403}" srcOrd="2" destOrd="0" presId="urn:microsoft.com/office/officeart/2005/8/layout/hierarchy1"/>
    <dgm:cxn modelId="{5E926AF6-9A25-4B9D-BC88-7839E4C586BE}" type="presParOf" srcId="{091A84A8-C203-4DB8-A423-181F26D63403}" destId="{54AA82AD-FFAA-4DF5-B35A-4DDC7D2BDEDC}" srcOrd="0" destOrd="0" presId="urn:microsoft.com/office/officeart/2005/8/layout/hierarchy1"/>
    <dgm:cxn modelId="{D1000B3B-1D6D-41B7-9620-336AA61790B2}" type="presParOf" srcId="{54AA82AD-FFAA-4DF5-B35A-4DDC7D2BDEDC}" destId="{9F4F6CC6-B068-498F-8E05-A36C849B3E89}" srcOrd="0" destOrd="0" presId="urn:microsoft.com/office/officeart/2005/8/layout/hierarchy1"/>
    <dgm:cxn modelId="{58B149FE-C5DF-42E8-9371-F9AAD9617B22}" type="presParOf" srcId="{54AA82AD-FFAA-4DF5-B35A-4DDC7D2BDEDC}" destId="{C3656F28-7575-493A-AA0D-A894DA12B018}" srcOrd="1" destOrd="0" presId="urn:microsoft.com/office/officeart/2005/8/layout/hierarchy1"/>
    <dgm:cxn modelId="{1F5C990A-CD83-4106-9BE6-2E50E0B93953}" type="presParOf" srcId="{091A84A8-C203-4DB8-A423-181F26D63403}" destId="{B80644B4-52A6-4758-AA18-939C56CE81A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8A9DDF-2807-48F3-B308-73242CCDE333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C44ADD6-602F-4BF9-86AF-A811AA32A204}">
      <dgm:prSet/>
      <dgm:spPr/>
      <dgm:t>
        <a:bodyPr/>
        <a:lstStyle/>
        <a:p>
          <a:r>
            <a:rPr lang="en-US"/>
            <a:t>Facial Region Segmentation</a:t>
          </a:r>
        </a:p>
      </dgm:t>
    </dgm:pt>
    <dgm:pt modelId="{658F199A-C5EA-4215-8537-6C77C2904C21}" type="parTrans" cxnId="{A636BAD8-FAAF-44BE-B119-8474B7A0B974}">
      <dgm:prSet/>
      <dgm:spPr/>
      <dgm:t>
        <a:bodyPr/>
        <a:lstStyle/>
        <a:p>
          <a:endParaRPr lang="en-US"/>
        </a:p>
      </dgm:t>
    </dgm:pt>
    <dgm:pt modelId="{82860F4D-ACA9-4F5D-B7AA-2136692750C6}" type="sibTrans" cxnId="{A636BAD8-FAAF-44BE-B119-8474B7A0B974}">
      <dgm:prSet/>
      <dgm:spPr/>
      <dgm:t>
        <a:bodyPr/>
        <a:lstStyle/>
        <a:p>
          <a:endParaRPr lang="en-US"/>
        </a:p>
      </dgm:t>
    </dgm:pt>
    <dgm:pt modelId="{1E54EDAF-EBF1-4A00-86EC-3CD857D9252A}">
      <dgm:prSet/>
      <dgm:spPr/>
      <dgm:t>
        <a:bodyPr/>
        <a:lstStyle/>
        <a:p>
          <a:r>
            <a:rPr lang="en-US"/>
            <a:t>Maps face regions → Heart / Liver / Spleen / Lung / Kidney</a:t>
          </a:r>
        </a:p>
      </dgm:t>
    </dgm:pt>
    <dgm:pt modelId="{ABD49A5D-1B2E-464E-8F87-A84CEEF328B7}" type="parTrans" cxnId="{0B6B631A-A37B-4718-89AB-77CDDEC3CA7F}">
      <dgm:prSet/>
      <dgm:spPr/>
      <dgm:t>
        <a:bodyPr/>
        <a:lstStyle/>
        <a:p>
          <a:endParaRPr lang="en-US"/>
        </a:p>
      </dgm:t>
    </dgm:pt>
    <dgm:pt modelId="{9B95EB80-C560-44A6-BC23-32EDDA2C209E}" type="sibTrans" cxnId="{0B6B631A-A37B-4718-89AB-77CDDEC3CA7F}">
      <dgm:prSet/>
      <dgm:spPr/>
      <dgm:t>
        <a:bodyPr/>
        <a:lstStyle/>
        <a:p>
          <a:endParaRPr lang="en-US"/>
        </a:p>
      </dgm:t>
    </dgm:pt>
    <dgm:pt modelId="{A310A81D-FA19-45F5-B733-7DAA45B7BBB2}">
      <dgm:prSet/>
      <dgm:spPr/>
      <dgm:t>
        <a:bodyPr/>
        <a:lstStyle/>
        <a:p>
          <a:r>
            <a:rPr lang="en-US"/>
            <a:t>Five-Element Color Modeling</a:t>
          </a:r>
        </a:p>
      </dgm:t>
    </dgm:pt>
    <dgm:pt modelId="{74DD424B-142C-4B6C-9B63-A4BD70D7FFD0}" type="parTrans" cxnId="{EACAEFDB-B049-41CD-A873-5EB9D02F505F}">
      <dgm:prSet/>
      <dgm:spPr/>
      <dgm:t>
        <a:bodyPr/>
        <a:lstStyle/>
        <a:p>
          <a:endParaRPr lang="en-US"/>
        </a:p>
      </dgm:t>
    </dgm:pt>
    <dgm:pt modelId="{7ED6E3AD-6D6B-4762-9CE0-A49BEEE5F51F}" type="sibTrans" cxnId="{EACAEFDB-B049-41CD-A873-5EB9D02F505F}">
      <dgm:prSet/>
      <dgm:spPr/>
      <dgm:t>
        <a:bodyPr/>
        <a:lstStyle/>
        <a:p>
          <a:endParaRPr lang="en-US"/>
        </a:p>
      </dgm:t>
    </dgm:pt>
    <dgm:pt modelId="{BA76FFBB-CEF4-4DDE-AF11-FF933FF7CB3D}">
      <dgm:prSet/>
      <dgm:spPr/>
      <dgm:t>
        <a:bodyPr/>
        <a:lstStyle/>
        <a:p>
          <a:r>
            <a:rPr lang="en-US"/>
            <a:t>Average RGB per region</a:t>
          </a:r>
        </a:p>
      </dgm:t>
    </dgm:pt>
    <dgm:pt modelId="{13CD101A-4A83-415E-93B0-645D2BCAAE23}" type="parTrans" cxnId="{5104BDE3-D446-4B49-920F-87564438C62E}">
      <dgm:prSet/>
      <dgm:spPr/>
      <dgm:t>
        <a:bodyPr/>
        <a:lstStyle/>
        <a:p>
          <a:endParaRPr lang="en-US"/>
        </a:p>
      </dgm:t>
    </dgm:pt>
    <dgm:pt modelId="{0638A258-AEF8-438E-A6B1-4A4A0F5199CA}" type="sibTrans" cxnId="{5104BDE3-D446-4B49-920F-87564438C62E}">
      <dgm:prSet/>
      <dgm:spPr/>
      <dgm:t>
        <a:bodyPr/>
        <a:lstStyle/>
        <a:p>
          <a:endParaRPr lang="en-US"/>
        </a:p>
      </dgm:t>
    </dgm:pt>
    <dgm:pt modelId="{85528696-7C2C-408A-8BE5-73E222E495B6}">
      <dgm:prSet/>
      <dgm:spPr/>
      <dgm:t>
        <a:bodyPr/>
        <a:lstStyle/>
        <a:p>
          <a:r>
            <a:rPr lang="en-US"/>
            <a:t>Matches against predefined A–D color templates</a:t>
          </a:r>
        </a:p>
      </dgm:t>
    </dgm:pt>
    <dgm:pt modelId="{AAF57F1D-7147-4D0C-8BE9-E2A97C7C6478}" type="parTrans" cxnId="{3E08C875-0187-42E0-90FD-9AB8099804EC}">
      <dgm:prSet/>
      <dgm:spPr/>
      <dgm:t>
        <a:bodyPr/>
        <a:lstStyle/>
        <a:p>
          <a:endParaRPr lang="en-US"/>
        </a:p>
      </dgm:t>
    </dgm:pt>
    <dgm:pt modelId="{C317B6FB-7CD3-4253-8FD7-75B2C1C4B964}" type="sibTrans" cxnId="{3E08C875-0187-42E0-90FD-9AB8099804EC}">
      <dgm:prSet/>
      <dgm:spPr/>
      <dgm:t>
        <a:bodyPr/>
        <a:lstStyle/>
        <a:p>
          <a:endParaRPr lang="en-US"/>
        </a:p>
      </dgm:t>
    </dgm:pt>
    <dgm:pt modelId="{2DAA0775-F641-4198-8482-2DFCD519F958}">
      <dgm:prSet/>
      <dgm:spPr/>
      <dgm:t>
        <a:bodyPr/>
        <a:lstStyle/>
        <a:p>
          <a:r>
            <a:rPr lang="en-US"/>
            <a:t>Produces symbolic organ “states”</a:t>
          </a:r>
        </a:p>
      </dgm:t>
    </dgm:pt>
    <dgm:pt modelId="{CCDF6530-030F-49DD-AAC7-87E82DEE6090}" type="parTrans" cxnId="{86AD6B73-67FA-44FD-A751-6BDAEB73B7F8}">
      <dgm:prSet/>
      <dgm:spPr/>
      <dgm:t>
        <a:bodyPr/>
        <a:lstStyle/>
        <a:p>
          <a:endParaRPr lang="en-US"/>
        </a:p>
      </dgm:t>
    </dgm:pt>
    <dgm:pt modelId="{2439BDD6-AD43-484D-AA8B-887E890A2FC9}" type="sibTrans" cxnId="{86AD6B73-67FA-44FD-A751-6BDAEB73B7F8}">
      <dgm:prSet/>
      <dgm:spPr/>
      <dgm:t>
        <a:bodyPr/>
        <a:lstStyle/>
        <a:p>
          <a:endParaRPr lang="en-US"/>
        </a:p>
      </dgm:t>
    </dgm:pt>
    <dgm:pt modelId="{209215A6-8C3E-40DC-9520-8A9941C363DB}">
      <dgm:prSet/>
      <dgm:spPr/>
      <dgm:t>
        <a:bodyPr/>
        <a:lstStyle/>
        <a:p>
          <a:r>
            <a:rPr lang="en-US"/>
            <a:t>Multimodal LLM Interpretation</a:t>
          </a:r>
        </a:p>
      </dgm:t>
    </dgm:pt>
    <dgm:pt modelId="{AAD81313-CFEC-4688-9CD7-7E42A7CF5EE5}" type="parTrans" cxnId="{5EB2516C-5856-410F-9110-7D6C6F5F9C02}">
      <dgm:prSet/>
      <dgm:spPr/>
      <dgm:t>
        <a:bodyPr/>
        <a:lstStyle/>
        <a:p>
          <a:endParaRPr lang="en-US"/>
        </a:p>
      </dgm:t>
    </dgm:pt>
    <dgm:pt modelId="{16C54D18-4F98-42D8-8139-75E8DF04A455}" type="sibTrans" cxnId="{5EB2516C-5856-410F-9110-7D6C6F5F9C02}">
      <dgm:prSet/>
      <dgm:spPr/>
      <dgm:t>
        <a:bodyPr/>
        <a:lstStyle/>
        <a:p>
          <a:endParaRPr lang="en-US"/>
        </a:p>
      </dgm:t>
    </dgm:pt>
    <dgm:pt modelId="{20263B0F-790A-4E4A-A53C-4EFA9CF61BF8}">
      <dgm:prSet/>
      <dgm:spPr/>
      <dgm:t>
        <a:bodyPr/>
        <a:lstStyle/>
        <a:p>
          <a:r>
            <a:rPr lang="en-US"/>
            <a:t>Qwen-VL generates observation-based explanations</a:t>
          </a:r>
        </a:p>
      </dgm:t>
    </dgm:pt>
    <dgm:pt modelId="{87636206-4C16-4ECB-A969-D2282E19B483}" type="parTrans" cxnId="{12A84E30-8ADD-4544-A15D-ED8D80EEA744}">
      <dgm:prSet/>
      <dgm:spPr/>
      <dgm:t>
        <a:bodyPr/>
        <a:lstStyle/>
        <a:p>
          <a:endParaRPr lang="en-US"/>
        </a:p>
      </dgm:t>
    </dgm:pt>
    <dgm:pt modelId="{7646ACE6-9322-45FF-AB48-33C541544D5A}" type="sibTrans" cxnId="{12A84E30-8ADD-4544-A15D-ED8D80EEA744}">
      <dgm:prSet/>
      <dgm:spPr/>
      <dgm:t>
        <a:bodyPr/>
        <a:lstStyle/>
        <a:p>
          <a:endParaRPr lang="en-US"/>
        </a:p>
      </dgm:t>
    </dgm:pt>
    <dgm:pt modelId="{18CEB9EB-6009-4C51-92DD-35D823C9E5E1}">
      <dgm:prSet/>
      <dgm:spPr/>
      <dgm:t>
        <a:bodyPr/>
        <a:lstStyle/>
        <a:p>
          <a:r>
            <a:rPr lang="en-US"/>
            <a:t>Structured per organ</a:t>
          </a:r>
        </a:p>
      </dgm:t>
    </dgm:pt>
    <dgm:pt modelId="{2FA107FA-8CEF-4EE0-8022-A0D53CA0740C}" type="parTrans" cxnId="{5D37A41A-399D-4117-890C-CF0B9464B202}">
      <dgm:prSet/>
      <dgm:spPr/>
      <dgm:t>
        <a:bodyPr/>
        <a:lstStyle/>
        <a:p>
          <a:endParaRPr lang="en-US"/>
        </a:p>
      </dgm:t>
    </dgm:pt>
    <dgm:pt modelId="{7D3D069D-29A5-4333-86DE-F4C4D0E88BB7}" type="sibTrans" cxnId="{5D37A41A-399D-4117-890C-CF0B9464B202}">
      <dgm:prSet/>
      <dgm:spPr/>
      <dgm:t>
        <a:bodyPr/>
        <a:lstStyle/>
        <a:p>
          <a:endParaRPr lang="en-US"/>
        </a:p>
      </dgm:t>
    </dgm:pt>
    <dgm:pt modelId="{B4E86A58-3BFE-44B0-B2B9-9B0236BAA6BC}" type="pres">
      <dgm:prSet presAssocID="{828A9DDF-2807-48F3-B308-73242CCDE333}" presName="linear" presStyleCnt="0">
        <dgm:presLayoutVars>
          <dgm:dir/>
          <dgm:animLvl val="lvl"/>
          <dgm:resizeHandles val="exact"/>
        </dgm:presLayoutVars>
      </dgm:prSet>
      <dgm:spPr/>
    </dgm:pt>
    <dgm:pt modelId="{E005CF84-056C-4CE4-AB17-9114AC72E837}" type="pres">
      <dgm:prSet presAssocID="{3C44ADD6-602F-4BF9-86AF-A811AA32A204}" presName="parentLin" presStyleCnt="0"/>
      <dgm:spPr/>
    </dgm:pt>
    <dgm:pt modelId="{2D2A7384-76DF-4821-ADB1-98D95A46420E}" type="pres">
      <dgm:prSet presAssocID="{3C44ADD6-602F-4BF9-86AF-A811AA32A204}" presName="parentLeftMargin" presStyleLbl="node1" presStyleIdx="0" presStyleCnt="3"/>
      <dgm:spPr/>
    </dgm:pt>
    <dgm:pt modelId="{463FEE2A-F5BD-4370-B775-15FA62BC69A7}" type="pres">
      <dgm:prSet presAssocID="{3C44ADD6-602F-4BF9-86AF-A811AA32A20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4AB2622-95E4-4B6B-9BD7-590DC5B91AAC}" type="pres">
      <dgm:prSet presAssocID="{3C44ADD6-602F-4BF9-86AF-A811AA32A204}" presName="negativeSpace" presStyleCnt="0"/>
      <dgm:spPr/>
    </dgm:pt>
    <dgm:pt modelId="{E59DF427-F71D-4666-B484-0B1978EB8DD3}" type="pres">
      <dgm:prSet presAssocID="{3C44ADD6-602F-4BF9-86AF-A811AA32A204}" presName="childText" presStyleLbl="conFgAcc1" presStyleIdx="0" presStyleCnt="3">
        <dgm:presLayoutVars>
          <dgm:bulletEnabled val="1"/>
        </dgm:presLayoutVars>
      </dgm:prSet>
      <dgm:spPr/>
    </dgm:pt>
    <dgm:pt modelId="{864CE187-898A-4E46-AFA5-C6D34D9199FF}" type="pres">
      <dgm:prSet presAssocID="{82860F4D-ACA9-4F5D-B7AA-2136692750C6}" presName="spaceBetweenRectangles" presStyleCnt="0"/>
      <dgm:spPr/>
    </dgm:pt>
    <dgm:pt modelId="{7DC296EE-72FC-4CB0-BE43-DAC9A831105A}" type="pres">
      <dgm:prSet presAssocID="{A310A81D-FA19-45F5-B733-7DAA45B7BBB2}" presName="parentLin" presStyleCnt="0"/>
      <dgm:spPr/>
    </dgm:pt>
    <dgm:pt modelId="{2D5722AA-3EE4-4C64-87C5-6522CB076187}" type="pres">
      <dgm:prSet presAssocID="{A310A81D-FA19-45F5-B733-7DAA45B7BBB2}" presName="parentLeftMargin" presStyleLbl="node1" presStyleIdx="0" presStyleCnt="3"/>
      <dgm:spPr/>
    </dgm:pt>
    <dgm:pt modelId="{60A26E6B-A48C-4F5C-B34E-4B7394C35401}" type="pres">
      <dgm:prSet presAssocID="{A310A81D-FA19-45F5-B733-7DAA45B7BBB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4CBF4C7-8A73-4EA9-9268-CA60C27A2EBC}" type="pres">
      <dgm:prSet presAssocID="{A310A81D-FA19-45F5-B733-7DAA45B7BBB2}" presName="negativeSpace" presStyleCnt="0"/>
      <dgm:spPr/>
    </dgm:pt>
    <dgm:pt modelId="{95B21325-A449-4349-AA79-7A4F45BC0CA9}" type="pres">
      <dgm:prSet presAssocID="{A310A81D-FA19-45F5-B733-7DAA45B7BBB2}" presName="childText" presStyleLbl="conFgAcc1" presStyleIdx="1" presStyleCnt="3">
        <dgm:presLayoutVars>
          <dgm:bulletEnabled val="1"/>
        </dgm:presLayoutVars>
      </dgm:prSet>
      <dgm:spPr/>
    </dgm:pt>
    <dgm:pt modelId="{A74187AC-FD97-4A44-B9EF-C20F659EA784}" type="pres">
      <dgm:prSet presAssocID="{7ED6E3AD-6D6B-4762-9CE0-A49BEEE5F51F}" presName="spaceBetweenRectangles" presStyleCnt="0"/>
      <dgm:spPr/>
    </dgm:pt>
    <dgm:pt modelId="{93CD54A7-B3EE-4681-8D4F-5250123ACD17}" type="pres">
      <dgm:prSet presAssocID="{209215A6-8C3E-40DC-9520-8A9941C363DB}" presName="parentLin" presStyleCnt="0"/>
      <dgm:spPr/>
    </dgm:pt>
    <dgm:pt modelId="{E165FCD7-394B-4CF0-8BEB-9A4997A324E0}" type="pres">
      <dgm:prSet presAssocID="{209215A6-8C3E-40DC-9520-8A9941C363DB}" presName="parentLeftMargin" presStyleLbl="node1" presStyleIdx="1" presStyleCnt="3"/>
      <dgm:spPr/>
    </dgm:pt>
    <dgm:pt modelId="{3B382496-E2DC-4DDA-948F-DBB0414A4670}" type="pres">
      <dgm:prSet presAssocID="{209215A6-8C3E-40DC-9520-8A9941C363D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4F54D4D-02D3-43BD-9A31-DC2DCD4FD17B}" type="pres">
      <dgm:prSet presAssocID="{209215A6-8C3E-40DC-9520-8A9941C363DB}" presName="negativeSpace" presStyleCnt="0"/>
      <dgm:spPr/>
    </dgm:pt>
    <dgm:pt modelId="{C5786795-E146-4270-841D-B65A15BD3A77}" type="pres">
      <dgm:prSet presAssocID="{209215A6-8C3E-40DC-9520-8A9941C363D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FC80B0A-DA03-474A-85B5-6C88254CDA18}" type="presOf" srcId="{3C44ADD6-602F-4BF9-86AF-A811AA32A204}" destId="{463FEE2A-F5BD-4370-B775-15FA62BC69A7}" srcOrd="1" destOrd="0" presId="urn:microsoft.com/office/officeart/2005/8/layout/list1"/>
    <dgm:cxn modelId="{0B6B631A-A37B-4718-89AB-77CDDEC3CA7F}" srcId="{3C44ADD6-602F-4BF9-86AF-A811AA32A204}" destId="{1E54EDAF-EBF1-4A00-86EC-3CD857D9252A}" srcOrd="0" destOrd="0" parTransId="{ABD49A5D-1B2E-464E-8F87-A84CEEF328B7}" sibTransId="{9B95EB80-C560-44A6-BC23-32EDDA2C209E}"/>
    <dgm:cxn modelId="{5D37A41A-399D-4117-890C-CF0B9464B202}" srcId="{209215A6-8C3E-40DC-9520-8A9941C363DB}" destId="{18CEB9EB-6009-4C51-92DD-35D823C9E5E1}" srcOrd="1" destOrd="0" parTransId="{2FA107FA-8CEF-4EE0-8022-A0D53CA0740C}" sibTransId="{7D3D069D-29A5-4333-86DE-F4C4D0E88BB7}"/>
    <dgm:cxn modelId="{12A84E30-8ADD-4544-A15D-ED8D80EEA744}" srcId="{209215A6-8C3E-40DC-9520-8A9941C363DB}" destId="{20263B0F-790A-4E4A-A53C-4EFA9CF61BF8}" srcOrd="0" destOrd="0" parTransId="{87636206-4C16-4ECB-A969-D2282E19B483}" sibTransId="{7646ACE6-9322-45FF-AB48-33C541544D5A}"/>
    <dgm:cxn modelId="{7C90F432-85C6-4CB1-AE24-99AC683D946A}" type="presOf" srcId="{20263B0F-790A-4E4A-A53C-4EFA9CF61BF8}" destId="{C5786795-E146-4270-841D-B65A15BD3A77}" srcOrd="0" destOrd="0" presId="urn:microsoft.com/office/officeart/2005/8/layout/list1"/>
    <dgm:cxn modelId="{6385D136-D5D9-450C-99F6-B326B73DCDB5}" type="presOf" srcId="{A310A81D-FA19-45F5-B733-7DAA45B7BBB2}" destId="{60A26E6B-A48C-4F5C-B34E-4B7394C35401}" srcOrd="1" destOrd="0" presId="urn:microsoft.com/office/officeart/2005/8/layout/list1"/>
    <dgm:cxn modelId="{FECACD65-1B82-4591-9153-DA13D6C47555}" type="presOf" srcId="{828A9DDF-2807-48F3-B308-73242CCDE333}" destId="{B4E86A58-3BFE-44B0-B2B9-9B0236BAA6BC}" srcOrd="0" destOrd="0" presId="urn:microsoft.com/office/officeart/2005/8/layout/list1"/>
    <dgm:cxn modelId="{5EB2516C-5856-410F-9110-7D6C6F5F9C02}" srcId="{828A9DDF-2807-48F3-B308-73242CCDE333}" destId="{209215A6-8C3E-40DC-9520-8A9941C363DB}" srcOrd="2" destOrd="0" parTransId="{AAD81313-CFEC-4688-9CD7-7E42A7CF5EE5}" sibTransId="{16C54D18-4F98-42D8-8139-75E8DF04A455}"/>
    <dgm:cxn modelId="{86AD6B73-67FA-44FD-A751-6BDAEB73B7F8}" srcId="{A310A81D-FA19-45F5-B733-7DAA45B7BBB2}" destId="{2DAA0775-F641-4198-8482-2DFCD519F958}" srcOrd="2" destOrd="0" parTransId="{CCDF6530-030F-49DD-AAC7-87E82DEE6090}" sibTransId="{2439BDD6-AD43-484D-AA8B-887E890A2FC9}"/>
    <dgm:cxn modelId="{3E08C875-0187-42E0-90FD-9AB8099804EC}" srcId="{A310A81D-FA19-45F5-B733-7DAA45B7BBB2}" destId="{85528696-7C2C-408A-8BE5-73E222E495B6}" srcOrd="1" destOrd="0" parTransId="{AAF57F1D-7147-4D0C-8BE9-E2A97C7C6478}" sibTransId="{C317B6FB-7CD3-4253-8FD7-75B2C1C4B964}"/>
    <dgm:cxn modelId="{C2310C77-E378-4779-AB48-7BD1323097FF}" type="presOf" srcId="{18CEB9EB-6009-4C51-92DD-35D823C9E5E1}" destId="{C5786795-E146-4270-841D-B65A15BD3A77}" srcOrd="0" destOrd="1" presId="urn:microsoft.com/office/officeart/2005/8/layout/list1"/>
    <dgm:cxn modelId="{9DB37182-8FA8-46D1-92FB-AF22AA9EFD97}" type="presOf" srcId="{85528696-7C2C-408A-8BE5-73E222E495B6}" destId="{95B21325-A449-4349-AA79-7A4F45BC0CA9}" srcOrd="0" destOrd="1" presId="urn:microsoft.com/office/officeart/2005/8/layout/list1"/>
    <dgm:cxn modelId="{08A96E92-5E49-4CE5-B857-219C51458F36}" type="presOf" srcId="{2DAA0775-F641-4198-8482-2DFCD519F958}" destId="{95B21325-A449-4349-AA79-7A4F45BC0CA9}" srcOrd="0" destOrd="2" presId="urn:microsoft.com/office/officeart/2005/8/layout/list1"/>
    <dgm:cxn modelId="{A0750494-B372-478A-AEF2-F1C4189D938A}" type="presOf" srcId="{209215A6-8C3E-40DC-9520-8A9941C363DB}" destId="{3B382496-E2DC-4DDA-948F-DBB0414A4670}" srcOrd="1" destOrd="0" presId="urn:microsoft.com/office/officeart/2005/8/layout/list1"/>
    <dgm:cxn modelId="{8E9E5194-FC56-45FB-AD4D-B1CF537CFF6E}" type="presOf" srcId="{A310A81D-FA19-45F5-B733-7DAA45B7BBB2}" destId="{2D5722AA-3EE4-4C64-87C5-6522CB076187}" srcOrd="0" destOrd="0" presId="urn:microsoft.com/office/officeart/2005/8/layout/list1"/>
    <dgm:cxn modelId="{B8AD95AB-A5C6-428E-B4A2-810A39A577D6}" type="presOf" srcId="{3C44ADD6-602F-4BF9-86AF-A811AA32A204}" destId="{2D2A7384-76DF-4821-ADB1-98D95A46420E}" srcOrd="0" destOrd="0" presId="urn:microsoft.com/office/officeart/2005/8/layout/list1"/>
    <dgm:cxn modelId="{164D80D2-3AE5-4C79-8DA4-914DC3C401BD}" type="presOf" srcId="{209215A6-8C3E-40DC-9520-8A9941C363DB}" destId="{E165FCD7-394B-4CF0-8BEB-9A4997A324E0}" srcOrd="0" destOrd="0" presId="urn:microsoft.com/office/officeart/2005/8/layout/list1"/>
    <dgm:cxn modelId="{22D112D8-0926-4D45-9157-220BD9DB2E70}" type="presOf" srcId="{1E54EDAF-EBF1-4A00-86EC-3CD857D9252A}" destId="{E59DF427-F71D-4666-B484-0B1978EB8DD3}" srcOrd="0" destOrd="0" presId="urn:microsoft.com/office/officeart/2005/8/layout/list1"/>
    <dgm:cxn modelId="{A636BAD8-FAAF-44BE-B119-8474B7A0B974}" srcId="{828A9DDF-2807-48F3-B308-73242CCDE333}" destId="{3C44ADD6-602F-4BF9-86AF-A811AA32A204}" srcOrd="0" destOrd="0" parTransId="{658F199A-C5EA-4215-8537-6C77C2904C21}" sibTransId="{82860F4D-ACA9-4F5D-B7AA-2136692750C6}"/>
    <dgm:cxn modelId="{EACAEFDB-B049-41CD-A873-5EB9D02F505F}" srcId="{828A9DDF-2807-48F3-B308-73242CCDE333}" destId="{A310A81D-FA19-45F5-B733-7DAA45B7BBB2}" srcOrd="1" destOrd="0" parTransId="{74DD424B-142C-4B6C-9B63-A4BD70D7FFD0}" sibTransId="{7ED6E3AD-6D6B-4762-9CE0-A49BEEE5F51F}"/>
    <dgm:cxn modelId="{5104BDE3-D446-4B49-920F-87564438C62E}" srcId="{A310A81D-FA19-45F5-B733-7DAA45B7BBB2}" destId="{BA76FFBB-CEF4-4DDE-AF11-FF933FF7CB3D}" srcOrd="0" destOrd="0" parTransId="{13CD101A-4A83-415E-93B0-645D2BCAAE23}" sibTransId="{0638A258-AEF8-438E-A6B1-4A4A0F5199CA}"/>
    <dgm:cxn modelId="{965381EA-48D6-4608-9CDA-979B54E52D9B}" type="presOf" srcId="{BA76FFBB-CEF4-4DDE-AF11-FF933FF7CB3D}" destId="{95B21325-A449-4349-AA79-7A4F45BC0CA9}" srcOrd="0" destOrd="0" presId="urn:microsoft.com/office/officeart/2005/8/layout/list1"/>
    <dgm:cxn modelId="{9957D5AF-0669-4E98-B8D1-288A45741B99}" type="presParOf" srcId="{B4E86A58-3BFE-44B0-B2B9-9B0236BAA6BC}" destId="{E005CF84-056C-4CE4-AB17-9114AC72E837}" srcOrd="0" destOrd="0" presId="urn:microsoft.com/office/officeart/2005/8/layout/list1"/>
    <dgm:cxn modelId="{38786209-BD4A-40EB-AB28-5D89D55D6613}" type="presParOf" srcId="{E005CF84-056C-4CE4-AB17-9114AC72E837}" destId="{2D2A7384-76DF-4821-ADB1-98D95A46420E}" srcOrd="0" destOrd="0" presId="urn:microsoft.com/office/officeart/2005/8/layout/list1"/>
    <dgm:cxn modelId="{07EADC63-CED5-4D1B-8E7E-FB3C56305D34}" type="presParOf" srcId="{E005CF84-056C-4CE4-AB17-9114AC72E837}" destId="{463FEE2A-F5BD-4370-B775-15FA62BC69A7}" srcOrd="1" destOrd="0" presId="urn:microsoft.com/office/officeart/2005/8/layout/list1"/>
    <dgm:cxn modelId="{85C6BC2A-C8DC-4F7A-B162-2E66A4455230}" type="presParOf" srcId="{B4E86A58-3BFE-44B0-B2B9-9B0236BAA6BC}" destId="{34AB2622-95E4-4B6B-9BD7-590DC5B91AAC}" srcOrd="1" destOrd="0" presId="urn:microsoft.com/office/officeart/2005/8/layout/list1"/>
    <dgm:cxn modelId="{445D2CA0-EA42-4383-A7C9-5E4915E945DF}" type="presParOf" srcId="{B4E86A58-3BFE-44B0-B2B9-9B0236BAA6BC}" destId="{E59DF427-F71D-4666-B484-0B1978EB8DD3}" srcOrd="2" destOrd="0" presId="urn:microsoft.com/office/officeart/2005/8/layout/list1"/>
    <dgm:cxn modelId="{B0E18F6D-6180-4408-B205-73133329A371}" type="presParOf" srcId="{B4E86A58-3BFE-44B0-B2B9-9B0236BAA6BC}" destId="{864CE187-898A-4E46-AFA5-C6D34D9199FF}" srcOrd="3" destOrd="0" presId="urn:microsoft.com/office/officeart/2005/8/layout/list1"/>
    <dgm:cxn modelId="{4F1E398E-06F1-4690-ABFD-34B53587A2D4}" type="presParOf" srcId="{B4E86A58-3BFE-44B0-B2B9-9B0236BAA6BC}" destId="{7DC296EE-72FC-4CB0-BE43-DAC9A831105A}" srcOrd="4" destOrd="0" presId="urn:microsoft.com/office/officeart/2005/8/layout/list1"/>
    <dgm:cxn modelId="{99B02E3F-444E-4424-A43C-67A225A57706}" type="presParOf" srcId="{7DC296EE-72FC-4CB0-BE43-DAC9A831105A}" destId="{2D5722AA-3EE4-4C64-87C5-6522CB076187}" srcOrd="0" destOrd="0" presId="urn:microsoft.com/office/officeart/2005/8/layout/list1"/>
    <dgm:cxn modelId="{AC68BB43-8125-42B4-AA42-386BA0098478}" type="presParOf" srcId="{7DC296EE-72FC-4CB0-BE43-DAC9A831105A}" destId="{60A26E6B-A48C-4F5C-B34E-4B7394C35401}" srcOrd="1" destOrd="0" presId="urn:microsoft.com/office/officeart/2005/8/layout/list1"/>
    <dgm:cxn modelId="{59BDA1F1-31AD-481D-BE2E-CCEA1500A2A2}" type="presParOf" srcId="{B4E86A58-3BFE-44B0-B2B9-9B0236BAA6BC}" destId="{E4CBF4C7-8A73-4EA9-9268-CA60C27A2EBC}" srcOrd="5" destOrd="0" presId="urn:microsoft.com/office/officeart/2005/8/layout/list1"/>
    <dgm:cxn modelId="{47EED3E1-B2B3-483E-93B4-3D36BF8FFFE3}" type="presParOf" srcId="{B4E86A58-3BFE-44B0-B2B9-9B0236BAA6BC}" destId="{95B21325-A449-4349-AA79-7A4F45BC0CA9}" srcOrd="6" destOrd="0" presId="urn:microsoft.com/office/officeart/2005/8/layout/list1"/>
    <dgm:cxn modelId="{D9052AE3-7DF6-4A9D-AA49-404A31FCC5D1}" type="presParOf" srcId="{B4E86A58-3BFE-44B0-B2B9-9B0236BAA6BC}" destId="{A74187AC-FD97-4A44-B9EF-C20F659EA784}" srcOrd="7" destOrd="0" presId="urn:microsoft.com/office/officeart/2005/8/layout/list1"/>
    <dgm:cxn modelId="{7530B283-1E2B-416F-AF08-F38529AC7C71}" type="presParOf" srcId="{B4E86A58-3BFE-44B0-B2B9-9B0236BAA6BC}" destId="{93CD54A7-B3EE-4681-8D4F-5250123ACD17}" srcOrd="8" destOrd="0" presId="urn:microsoft.com/office/officeart/2005/8/layout/list1"/>
    <dgm:cxn modelId="{904D3EC0-B482-4520-842C-E087177C3A59}" type="presParOf" srcId="{93CD54A7-B3EE-4681-8D4F-5250123ACD17}" destId="{E165FCD7-394B-4CF0-8BEB-9A4997A324E0}" srcOrd="0" destOrd="0" presId="urn:microsoft.com/office/officeart/2005/8/layout/list1"/>
    <dgm:cxn modelId="{37612350-CF5B-4284-8345-50883B1256E8}" type="presParOf" srcId="{93CD54A7-B3EE-4681-8D4F-5250123ACD17}" destId="{3B382496-E2DC-4DDA-948F-DBB0414A4670}" srcOrd="1" destOrd="0" presId="urn:microsoft.com/office/officeart/2005/8/layout/list1"/>
    <dgm:cxn modelId="{61582AF7-98FA-4206-8CAB-0B078CCECCC0}" type="presParOf" srcId="{B4E86A58-3BFE-44B0-B2B9-9B0236BAA6BC}" destId="{B4F54D4D-02D3-43BD-9A31-DC2DCD4FD17B}" srcOrd="9" destOrd="0" presId="urn:microsoft.com/office/officeart/2005/8/layout/list1"/>
    <dgm:cxn modelId="{E6C6AA6D-EB79-4A16-8679-0698758DFF10}" type="presParOf" srcId="{B4E86A58-3BFE-44B0-B2B9-9B0236BAA6BC}" destId="{C5786795-E146-4270-841D-B65A15BD3A7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8538521-4ABA-47A3-AD56-422DD42E2612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23AA00D-5458-48D0-AB46-43DB7757C414}">
      <dgm:prSet/>
      <dgm:spPr/>
      <dgm:t>
        <a:bodyPr/>
        <a:lstStyle/>
        <a:p>
          <a:r>
            <a:rPr lang="en-US"/>
            <a:t>Links face → internal organs → abstract theory spatially</a:t>
          </a:r>
        </a:p>
      </dgm:t>
    </dgm:pt>
    <dgm:pt modelId="{E2DBD83A-E8B8-40D0-810F-F6F2794954CC}" type="parTrans" cxnId="{D6A9675D-E384-422F-981C-7333AA12FF8E}">
      <dgm:prSet/>
      <dgm:spPr/>
      <dgm:t>
        <a:bodyPr/>
        <a:lstStyle/>
        <a:p>
          <a:endParaRPr lang="en-US"/>
        </a:p>
      </dgm:t>
    </dgm:pt>
    <dgm:pt modelId="{E8C9CC28-72BB-481A-AC7F-C16271010264}" type="sibTrans" cxnId="{D6A9675D-E384-422F-981C-7333AA12FF8E}">
      <dgm:prSet/>
      <dgm:spPr/>
      <dgm:t>
        <a:bodyPr/>
        <a:lstStyle/>
        <a:p>
          <a:endParaRPr lang="en-US"/>
        </a:p>
      </dgm:t>
    </dgm:pt>
    <dgm:pt modelId="{87C11FAD-C026-4992-9341-B34C78070CEF}">
      <dgm:prSet/>
      <dgm:spPr/>
      <dgm:t>
        <a:bodyPr/>
        <a:lstStyle/>
        <a:p>
          <a:r>
            <a:rPr lang="en-US"/>
            <a:t>Enables interaction instead of reading</a:t>
          </a:r>
        </a:p>
      </dgm:t>
    </dgm:pt>
    <dgm:pt modelId="{5681A751-393A-4920-8B2B-7B1426049632}" type="parTrans" cxnId="{FE0421F3-7050-4A14-8AE7-E7A1B60F30CB}">
      <dgm:prSet/>
      <dgm:spPr/>
      <dgm:t>
        <a:bodyPr/>
        <a:lstStyle/>
        <a:p>
          <a:endParaRPr lang="en-US"/>
        </a:p>
      </dgm:t>
    </dgm:pt>
    <dgm:pt modelId="{5716478B-A6B3-4559-BBE7-3015DA53280B}" type="sibTrans" cxnId="{FE0421F3-7050-4A14-8AE7-E7A1B60F30CB}">
      <dgm:prSet/>
      <dgm:spPr/>
      <dgm:t>
        <a:bodyPr/>
        <a:lstStyle/>
        <a:p>
          <a:endParaRPr lang="en-US"/>
        </a:p>
      </dgm:t>
    </dgm:pt>
    <dgm:pt modelId="{3A44F3F1-B3BA-4A1C-A8FA-AAF0537F0AF2}">
      <dgm:prSet/>
      <dgm:spPr/>
      <dgm:t>
        <a:bodyPr/>
        <a:lstStyle/>
        <a:p>
          <a:r>
            <a:rPr lang="en-US"/>
            <a:t>Supports embodied learning</a:t>
          </a:r>
        </a:p>
      </dgm:t>
    </dgm:pt>
    <dgm:pt modelId="{2A06F2F0-4D7F-4AC7-BEF9-1ABA152DE4FF}" type="parTrans" cxnId="{BE4EEDE0-724A-4D17-AC6C-B0DD7EFD9CCD}">
      <dgm:prSet/>
      <dgm:spPr/>
      <dgm:t>
        <a:bodyPr/>
        <a:lstStyle/>
        <a:p>
          <a:endParaRPr lang="en-US"/>
        </a:p>
      </dgm:t>
    </dgm:pt>
    <dgm:pt modelId="{A82CCC71-DFA2-4DF1-AE7D-52C3DB908FBE}" type="sibTrans" cxnId="{BE4EEDE0-724A-4D17-AC6C-B0DD7EFD9CCD}">
      <dgm:prSet/>
      <dgm:spPr/>
      <dgm:t>
        <a:bodyPr/>
        <a:lstStyle/>
        <a:p>
          <a:endParaRPr lang="en-US"/>
        </a:p>
      </dgm:t>
    </dgm:pt>
    <dgm:pt modelId="{013C6DF9-2C35-4B15-89E6-D2C2B721B2D3}" type="pres">
      <dgm:prSet presAssocID="{88538521-4ABA-47A3-AD56-422DD42E2612}" presName="linear" presStyleCnt="0">
        <dgm:presLayoutVars>
          <dgm:animLvl val="lvl"/>
          <dgm:resizeHandles val="exact"/>
        </dgm:presLayoutVars>
      </dgm:prSet>
      <dgm:spPr/>
    </dgm:pt>
    <dgm:pt modelId="{33286F09-875A-43A4-B36A-2809660A12ED}" type="pres">
      <dgm:prSet presAssocID="{E23AA00D-5458-48D0-AB46-43DB7757C41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C51F877-02BA-44DB-8DFC-38FE0387E419}" type="pres">
      <dgm:prSet presAssocID="{E8C9CC28-72BB-481A-AC7F-C16271010264}" presName="spacer" presStyleCnt="0"/>
      <dgm:spPr/>
    </dgm:pt>
    <dgm:pt modelId="{772A627F-CFB6-43AA-81FC-083CA6E8998A}" type="pres">
      <dgm:prSet presAssocID="{87C11FAD-C026-4992-9341-B34C78070CE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A7C4F3A-921C-4788-9C35-01B492B18870}" type="pres">
      <dgm:prSet presAssocID="{5716478B-A6B3-4559-BBE7-3015DA53280B}" presName="spacer" presStyleCnt="0"/>
      <dgm:spPr/>
    </dgm:pt>
    <dgm:pt modelId="{8A5F530B-057E-4990-8B31-67CECAD5FB25}" type="pres">
      <dgm:prSet presAssocID="{3A44F3F1-B3BA-4A1C-A8FA-AAF0537F0AF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6A9675D-E384-422F-981C-7333AA12FF8E}" srcId="{88538521-4ABA-47A3-AD56-422DD42E2612}" destId="{E23AA00D-5458-48D0-AB46-43DB7757C414}" srcOrd="0" destOrd="0" parTransId="{E2DBD83A-E8B8-40D0-810F-F6F2794954CC}" sibTransId="{E8C9CC28-72BB-481A-AC7F-C16271010264}"/>
    <dgm:cxn modelId="{9283675F-DA17-4594-B491-EBDA02514002}" type="presOf" srcId="{3A44F3F1-B3BA-4A1C-A8FA-AAF0537F0AF2}" destId="{8A5F530B-057E-4990-8B31-67CECAD5FB25}" srcOrd="0" destOrd="0" presId="urn:microsoft.com/office/officeart/2005/8/layout/vList2"/>
    <dgm:cxn modelId="{ECC58B47-EE0F-4D7A-B79E-960254BFEA8A}" type="presOf" srcId="{E23AA00D-5458-48D0-AB46-43DB7757C414}" destId="{33286F09-875A-43A4-B36A-2809660A12ED}" srcOrd="0" destOrd="0" presId="urn:microsoft.com/office/officeart/2005/8/layout/vList2"/>
    <dgm:cxn modelId="{BE4EEDE0-724A-4D17-AC6C-B0DD7EFD9CCD}" srcId="{88538521-4ABA-47A3-AD56-422DD42E2612}" destId="{3A44F3F1-B3BA-4A1C-A8FA-AAF0537F0AF2}" srcOrd="2" destOrd="0" parTransId="{2A06F2F0-4D7F-4AC7-BEF9-1ABA152DE4FF}" sibTransId="{A82CCC71-DFA2-4DF1-AE7D-52C3DB908FBE}"/>
    <dgm:cxn modelId="{585064ED-550F-4500-B9AF-27ED7FA7F4CC}" type="presOf" srcId="{87C11FAD-C026-4992-9341-B34C78070CEF}" destId="{772A627F-CFB6-43AA-81FC-083CA6E8998A}" srcOrd="0" destOrd="0" presId="urn:microsoft.com/office/officeart/2005/8/layout/vList2"/>
    <dgm:cxn modelId="{395DB3EF-7C1B-4AB5-9C48-CEC4EF27FB73}" type="presOf" srcId="{88538521-4ABA-47A3-AD56-422DD42E2612}" destId="{013C6DF9-2C35-4B15-89E6-D2C2B721B2D3}" srcOrd="0" destOrd="0" presId="urn:microsoft.com/office/officeart/2005/8/layout/vList2"/>
    <dgm:cxn modelId="{FE0421F3-7050-4A14-8AE7-E7A1B60F30CB}" srcId="{88538521-4ABA-47A3-AD56-422DD42E2612}" destId="{87C11FAD-C026-4992-9341-B34C78070CEF}" srcOrd="1" destOrd="0" parTransId="{5681A751-393A-4920-8B2B-7B1426049632}" sibTransId="{5716478B-A6B3-4559-BBE7-3015DA53280B}"/>
    <dgm:cxn modelId="{30194637-1C97-4744-8BA0-8DCDEADD9F9F}" type="presParOf" srcId="{013C6DF9-2C35-4B15-89E6-D2C2B721B2D3}" destId="{33286F09-875A-43A4-B36A-2809660A12ED}" srcOrd="0" destOrd="0" presId="urn:microsoft.com/office/officeart/2005/8/layout/vList2"/>
    <dgm:cxn modelId="{6E9A662D-49B5-4396-A3D5-57809423C39C}" type="presParOf" srcId="{013C6DF9-2C35-4B15-89E6-D2C2B721B2D3}" destId="{FC51F877-02BA-44DB-8DFC-38FE0387E419}" srcOrd="1" destOrd="0" presId="urn:microsoft.com/office/officeart/2005/8/layout/vList2"/>
    <dgm:cxn modelId="{4E08440A-50A9-4878-B017-CB5926DC8480}" type="presParOf" srcId="{013C6DF9-2C35-4B15-89E6-D2C2B721B2D3}" destId="{772A627F-CFB6-43AA-81FC-083CA6E8998A}" srcOrd="2" destOrd="0" presId="urn:microsoft.com/office/officeart/2005/8/layout/vList2"/>
    <dgm:cxn modelId="{BAC6F8CB-17C7-4568-9A64-7A58BE1D9401}" type="presParOf" srcId="{013C6DF9-2C35-4B15-89E6-D2C2B721B2D3}" destId="{BA7C4F3A-921C-4788-9C35-01B492B18870}" srcOrd="3" destOrd="0" presId="urn:microsoft.com/office/officeart/2005/8/layout/vList2"/>
    <dgm:cxn modelId="{FE9F3DFF-1771-437B-B4C9-C079BAE0025C}" type="presParOf" srcId="{013C6DF9-2C35-4B15-89E6-D2C2B721B2D3}" destId="{8A5F530B-057E-4990-8B31-67CECAD5FB2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69E1CCC-3F1F-48D4-9A88-7F5F3ABEF60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E25CCCD-AB38-4E51-B2FA-8F4B21B03CFC}">
      <dgm:prSet/>
      <dgm:spPr/>
      <dgm:t>
        <a:bodyPr/>
        <a:lstStyle/>
        <a:p>
          <a:r>
            <a:rPr lang="en-US"/>
            <a:t>Color-annotated facial image</a:t>
          </a:r>
        </a:p>
      </dgm:t>
    </dgm:pt>
    <dgm:pt modelId="{CE9A6C6B-7029-4EA7-B486-57BC5B5D246B}" type="parTrans" cxnId="{B478E3B2-FEBE-4C5C-BF1F-5EBA8625FD88}">
      <dgm:prSet/>
      <dgm:spPr/>
      <dgm:t>
        <a:bodyPr/>
        <a:lstStyle/>
        <a:p>
          <a:endParaRPr lang="en-US"/>
        </a:p>
      </dgm:t>
    </dgm:pt>
    <dgm:pt modelId="{FA7BA8D8-B31A-4C9E-8A52-BD2A45DDA9CC}" type="sibTrans" cxnId="{B478E3B2-FEBE-4C5C-BF1F-5EBA8625FD88}">
      <dgm:prSet/>
      <dgm:spPr/>
      <dgm:t>
        <a:bodyPr/>
        <a:lstStyle/>
        <a:p>
          <a:endParaRPr lang="en-US"/>
        </a:p>
      </dgm:t>
    </dgm:pt>
    <dgm:pt modelId="{19794940-C608-4AF1-B7B0-AC1AAF44B633}">
      <dgm:prSet/>
      <dgm:spPr/>
      <dgm:t>
        <a:bodyPr/>
        <a:lstStyle/>
        <a:p>
          <a:r>
            <a:rPr lang="en-US"/>
            <a:t>3D human model with organs highlighted</a:t>
          </a:r>
        </a:p>
      </dgm:t>
    </dgm:pt>
    <dgm:pt modelId="{4C4288CF-BEDE-4EA8-AB4F-168E6F3252FA}" type="parTrans" cxnId="{7B5EE6E3-4559-411D-99A0-F06F82AA4F6D}">
      <dgm:prSet/>
      <dgm:spPr/>
      <dgm:t>
        <a:bodyPr/>
        <a:lstStyle/>
        <a:p>
          <a:endParaRPr lang="en-US"/>
        </a:p>
      </dgm:t>
    </dgm:pt>
    <dgm:pt modelId="{8EDE1AAA-F879-4981-84AC-444F2A85BDF6}" type="sibTrans" cxnId="{7B5EE6E3-4559-411D-99A0-F06F82AA4F6D}">
      <dgm:prSet/>
      <dgm:spPr/>
      <dgm:t>
        <a:bodyPr/>
        <a:lstStyle/>
        <a:p>
          <a:endParaRPr lang="en-US"/>
        </a:p>
      </dgm:t>
    </dgm:pt>
    <dgm:pt modelId="{B8ADC1E8-B042-44B8-8F39-694EEF43B3C9}">
      <dgm:prSet/>
      <dgm:spPr/>
      <dgm:t>
        <a:bodyPr/>
        <a:lstStyle/>
        <a:p>
          <a:r>
            <a:rPr lang="en-US"/>
            <a:t>Organ-specific explanations</a:t>
          </a:r>
        </a:p>
      </dgm:t>
    </dgm:pt>
    <dgm:pt modelId="{C5AD5D92-6E72-4692-B1F8-8273619B31BE}" type="parTrans" cxnId="{1971C91B-5183-4175-B060-B100219A7315}">
      <dgm:prSet/>
      <dgm:spPr/>
      <dgm:t>
        <a:bodyPr/>
        <a:lstStyle/>
        <a:p>
          <a:endParaRPr lang="en-US"/>
        </a:p>
      </dgm:t>
    </dgm:pt>
    <dgm:pt modelId="{376C336D-63F9-4E8B-A87A-17A8F7397D4D}" type="sibTrans" cxnId="{1971C91B-5183-4175-B060-B100219A7315}">
      <dgm:prSet/>
      <dgm:spPr/>
      <dgm:t>
        <a:bodyPr/>
        <a:lstStyle/>
        <a:p>
          <a:endParaRPr lang="en-US"/>
        </a:p>
      </dgm:t>
    </dgm:pt>
    <dgm:pt modelId="{46CA58FE-1F5A-4863-8792-B5C26FEA6B62}">
      <dgm:prSet/>
      <dgm:spPr/>
      <dgm:t>
        <a:bodyPr/>
        <a:lstStyle/>
        <a:p>
          <a:r>
            <a:rPr lang="en-US"/>
            <a:t>Related facial &amp; hand acupoints</a:t>
          </a:r>
        </a:p>
      </dgm:t>
    </dgm:pt>
    <dgm:pt modelId="{51BAA693-379A-491F-A46D-D20A17E38C2F}" type="parTrans" cxnId="{096679F9-A4B5-4BBA-9FE7-EF98BEA7718E}">
      <dgm:prSet/>
      <dgm:spPr/>
      <dgm:t>
        <a:bodyPr/>
        <a:lstStyle/>
        <a:p>
          <a:endParaRPr lang="en-US"/>
        </a:p>
      </dgm:t>
    </dgm:pt>
    <dgm:pt modelId="{51DB6E05-2834-4319-A0AA-0D4461770AA3}" type="sibTrans" cxnId="{096679F9-A4B5-4BBA-9FE7-EF98BEA7718E}">
      <dgm:prSet/>
      <dgm:spPr/>
      <dgm:t>
        <a:bodyPr/>
        <a:lstStyle/>
        <a:p>
          <a:endParaRPr lang="en-US"/>
        </a:p>
      </dgm:t>
    </dgm:pt>
    <dgm:pt modelId="{B47ECC34-A9BC-4248-A55E-65C3808EC15A}" type="pres">
      <dgm:prSet presAssocID="{869E1CCC-3F1F-48D4-9A88-7F5F3ABEF604}" presName="linear" presStyleCnt="0">
        <dgm:presLayoutVars>
          <dgm:animLvl val="lvl"/>
          <dgm:resizeHandles val="exact"/>
        </dgm:presLayoutVars>
      </dgm:prSet>
      <dgm:spPr/>
    </dgm:pt>
    <dgm:pt modelId="{E3776BC9-EEA9-4EAB-A9F6-27D3695766F0}" type="pres">
      <dgm:prSet presAssocID="{1E25CCCD-AB38-4E51-B2FA-8F4B21B03CF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E3565F0-7A89-4D5A-A724-A9010A81C15A}" type="pres">
      <dgm:prSet presAssocID="{FA7BA8D8-B31A-4C9E-8A52-BD2A45DDA9CC}" presName="spacer" presStyleCnt="0"/>
      <dgm:spPr/>
    </dgm:pt>
    <dgm:pt modelId="{B082F066-69D8-4C9F-BD8D-EFC28B807A72}" type="pres">
      <dgm:prSet presAssocID="{19794940-C608-4AF1-B7B0-AC1AAF44B63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D3D4046-D4D3-4921-B2A7-9DAAD83EF1BD}" type="pres">
      <dgm:prSet presAssocID="{8EDE1AAA-F879-4981-84AC-444F2A85BDF6}" presName="spacer" presStyleCnt="0"/>
      <dgm:spPr/>
    </dgm:pt>
    <dgm:pt modelId="{6C525FCE-0328-4AF0-A1E2-EE97EAA69444}" type="pres">
      <dgm:prSet presAssocID="{B8ADC1E8-B042-44B8-8F39-694EEF43B3C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8F8B13F-AE86-4510-BE72-38B45F87BB4D}" type="pres">
      <dgm:prSet presAssocID="{376C336D-63F9-4E8B-A87A-17A8F7397D4D}" presName="spacer" presStyleCnt="0"/>
      <dgm:spPr/>
    </dgm:pt>
    <dgm:pt modelId="{7612BFB9-39C0-4AE1-8E29-257D01704476}" type="pres">
      <dgm:prSet presAssocID="{46CA58FE-1F5A-4863-8792-B5C26FEA6B6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971C91B-5183-4175-B060-B100219A7315}" srcId="{869E1CCC-3F1F-48D4-9A88-7F5F3ABEF604}" destId="{B8ADC1E8-B042-44B8-8F39-694EEF43B3C9}" srcOrd="2" destOrd="0" parTransId="{C5AD5D92-6E72-4692-B1F8-8273619B31BE}" sibTransId="{376C336D-63F9-4E8B-A87A-17A8F7397D4D}"/>
    <dgm:cxn modelId="{0A5B327C-7899-45E0-A1C2-712BFBEF6F00}" type="presOf" srcId="{19794940-C608-4AF1-B7B0-AC1AAF44B633}" destId="{B082F066-69D8-4C9F-BD8D-EFC28B807A72}" srcOrd="0" destOrd="0" presId="urn:microsoft.com/office/officeart/2005/8/layout/vList2"/>
    <dgm:cxn modelId="{36287793-5D3B-4551-9A06-1430E5952F7C}" type="presOf" srcId="{B8ADC1E8-B042-44B8-8F39-694EEF43B3C9}" destId="{6C525FCE-0328-4AF0-A1E2-EE97EAA69444}" srcOrd="0" destOrd="0" presId="urn:microsoft.com/office/officeart/2005/8/layout/vList2"/>
    <dgm:cxn modelId="{FFE1B893-9D41-45A0-AF2A-FAACDF17AC64}" type="presOf" srcId="{1E25CCCD-AB38-4E51-B2FA-8F4B21B03CFC}" destId="{E3776BC9-EEA9-4EAB-A9F6-27D3695766F0}" srcOrd="0" destOrd="0" presId="urn:microsoft.com/office/officeart/2005/8/layout/vList2"/>
    <dgm:cxn modelId="{B478E3B2-FEBE-4C5C-BF1F-5EBA8625FD88}" srcId="{869E1CCC-3F1F-48D4-9A88-7F5F3ABEF604}" destId="{1E25CCCD-AB38-4E51-B2FA-8F4B21B03CFC}" srcOrd="0" destOrd="0" parTransId="{CE9A6C6B-7029-4EA7-B486-57BC5B5D246B}" sibTransId="{FA7BA8D8-B31A-4C9E-8A52-BD2A45DDA9CC}"/>
    <dgm:cxn modelId="{C9657CDA-D706-412B-8CB7-0495E1E003C9}" type="presOf" srcId="{869E1CCC-3F1F-48D4-9A88-7F5F3ABEF604}" destId="{B47ECC34-A9BC-4248-A55E-65C3808EC15A}" srcOrd="0" destOrd="0" presId="urn:microsoft.com/office/officeart/2005/8/layout/vList2"/>
    <dgm:cxn modelId="{7B5EE6E3-4559-411D-99A0-F06F82AA4F6D}" srcId="{869E1CCC-3F1F-48D4-9A88-7F5F3ABEF604}" destId="{19794940-C608-4AF1-B7B0-AC1AAF44B633}" srcOrd="1" destOrd="0" parTransId="{4C4288CF-BEDE-4EA8-AB4F-168E6F3252FA}" sibTransId="{8EDE1AAA-F879-4981-84AC-444F2A85BDF6}"/>
    <dgm:cxn modelId="{DEEDF2F4-1318-4F25-9085-62658B133490}" type="presOf" srcId="{46CA58FE-1F5A-4863-8792-B5C26FEA6B62}" destId="{7612BFB9-39C0-4AE1-8E29-257D01704476}" srcOrd="0" destOrd="0" presId="urn:microsoft.com/office/officeart/2005/8/layout/vList2"/>
    <dgm:cxn modelId="{096679F9-A4B5-4BBA-9FE7-EF98BEA7718E}" srcId="{869E1CCC-3F1F-48D4-9A88-7F5F3ABEF604}" destId="{46CA58FE-1F5A-4863-8792-B5C26FEA6B62}" srcOrd="3" destOrd="0" parTransId="{51BAA693-379A-491F-A46D-D20A17E38C2F}" sibTransId="{51DB6E05-2834-4319-A0AA-0D4461770AA3}"/>
    <dgm:cxn modelId="{6349C1B6-F764-464D-99FF-75D394791586}" type="presParOf" srcId="{B47ECC34-A9BC-4248-A55E-65C3808EC15A}" destId="{E3776BC9-EEA9-4EAB-A9F6-27D3695766F0}" srcOrd="0" destOrd="0" presId="urn:microsoft.com/office/officeart/2005/8/layout/vList2"/>
    <dgm:cxn modelId="{419572DF-4BCC-474C-8A8D-4CB880632387}" type="presParOf" srcId="{B47ECC34-A9BC-4248-A55E-65C3808EC15A}" destId="{CE3565F0-7A89-4D5A-A724-A9010A81C15A}" srcOrd="1" destOrd="0" presId="urn:microsoft.com/office/officeart/2005/8/layout/vList2"/>
    <dgm:cxn modelId="{E8DE8976-A37E-47DF-8022-DAF60EB4357F}" type="presParOf" srcId="{B47ECC34-A9BC-4248-A55E-65C3808EC15A}" destId="{B082F066-69D8-4C9F-BD8D-EFC28B807A72}" srcOrd="2" destOrd="0" presId="urn:microsoft.com/office/officeart/2005/8/layout/vList2"/>
    <dgm:cxn modelId="{FF6F7BEC-8081-4A9A-90D1-CDAB2A0DAE74}" type="presParOf" srcId="{B47ECC34-A9BC-4248-A55E-65C3808EC15A}" destId="{6D3D4046-D4D3-4921-B2A7-9DAAD83EF1BD}" srcOrd="3" destOrd="0" presId="urn:microsoft.com/office/officeart/2005/8/layout/vList2"/>
    <dgm:cxn modelId="{AF9759C4-5AC5-4C24-AEB8-57760FB18B49}" type="presParOf" srcId="{B47ECC34-A9BC-4248-A55E-65C3808EC15A}" destId="{6C525FCE-0328-4AF0-A1E2-EE97EAA69444}" srcOrd="4" destOrd="0" presId="urn:microsoft.com/office/officeart/2005/8/layout/vList2"/>
    <dgm:cxn modelId="{46793B05-EB52-4BF2-A9AF-302C93246EAB}" type="presParOf" srcId="{B47ECC34-A9BC-4248-A55E-65C3808EC15A}" destId="{B8F8B13F-AE86-4510-BE72-38B45F87BB4D}" srcOrd="5" destOrd="0" presId="urn:microsoft.com/office/officeart/2005/8/layout/vList2"/>
    <dgm:cxn modelId="{1B036F5A-61B2-4760-AB51-521F2B9D2A66}" type="presParOf" srcId="{B47ECC34-A9BC-4248-A55E-65C3808EC15A}" destId="{7612BFB9-39C0-4AE1-8E29-257D0170447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0E8520E-1F9C-419A-8E04-DD722E33435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24E0FDA-DBB0-4F14-8AD9-502487D29735}">
      <dgm:prSet/>
      <dgm:spPr/>
      <dgm:t>
        <a:bodyPr/>
        <a:lstStyle/>
        <a:p>
          <a:pPr>
            <a:defRPr cap="all"/>
          </a:pPr>
          <a:r>
            <a:rPr lang="en-US"/>
            <a:t>Uploading a face image</a:t>
          </a:r>
        </a:p>
      </dgm:t>
    </dgm:pt>
    <dgm:pt modelId="{3560FD37-7F55-439A-B941-3BE48207ADA7}" type="parTrans" cxnId="{E8B03199-40B1-4FD1-8A9E-8233736D4941}">
      <dgm:prSet/>
      <dgm:spPr/>
      <dgm:t>
        <a:bodyPr/>
        <a:lstStyle/>
        <a:p>
          <a:endParaRPr lang="en-US"/>
        </a:p>
      </dgm:t>
    </dgm:pt>
    <dgm:pt modelId="{D838C021-69DC-49AB-9ADF-4C186821DD4E}" type="sibTrans" cxnId="{E8B03199-40B1-4FD1-8A9E-8233736D4941}">
      <dgm:prSet/>
      <dgm:spPr/>
      <dgm:t>
        <a:bodyPr/>
        <a:lstStyle/>
        <a:p>
          <a:endParaRPr lang="en-US"/>
        </a:p>
      </dgm:t>
    </dgm:pt>
    <dgm:pt modelId="{89D530F1-869D-4EB9-9691-1356E7DE9162}">
      <dgm:prSet/>
      <dgm:spPr/>
      <dgm:t>
        <a:bodyPr/>
        <a:lstStyle/>
        <a:p>
          <a:pPr>
            <a:defRPr cap="all"/>
          </a:pPr>
          <a:r>
            <a:rPr lang="en-US"/>
            <a:t>Server-side analysis result</a:t>
          </a:r>
        </a:p>
      </dgm:t>
    </dgm:pt>
    <dgm:pt modelId="{07FCAD96-2494-4441-8CB9-35996113A6BD}" type="parTrans" cxnId="{2879A5A1-2D81-45F6-A694-C1A52156CFA5}">
      <dgm:prSet/>
      <dgm:spPr/>
      <dgm:t>
        <a:bodyPr/>
        <a:lstStyle/>
        <a:p>
          <a:endParaRPr lang="en-US"/>
        </a:p>
      </dgm:t>
    </dgm:pt>
    <dgm:pt modelId="{742AE3F0-D59E-4575-85DD-6E05F8F039F2}" type="sibTrans" cxnId="{2879A5A1-2D81-45F6-A694-C1A52156CFA5}">
      <dgm:prSet/>
      <dgm:spPr/>
      <dgm:t>
        <a:bodyPr/>
        <a:lstStyle/>
        <a:p>
          <a:endParaRPr lang="en-US"/>
        </a:p>
      </dgm:t>
    </dgm:pt>
    <dgm:pt modelId="{0D2DE214-FCE0-4FB8-AC64-1CB5B6E7526E}">
      <dgm:prSet/>
      <dgm:spPr/>
      <dgm:t>
        <a:bodyPr/>
        <a:lstStyle/>
        <a:p>
          <a:pPr>
            <a:defRPr cap="all"/>
          </a:pPr>
          <a:r>
            <a:rPr lang="en-US"/>
            <a:t>VR visualization of organs &amp; colors</a:t>
          </a:r>
        </a:p>
      </dgm:t>
    </dgm:pt>
    <dgm:pt modelId="{D272816C-CC7A-42C0-935A-ACF7CC5797DD}" type="parTrans" cxnId="{37C01074-245E-4942-9CF0-A4B66146642A}">
      <dgm:prSet/>
      <dgm:spPr/>
      <dgm:t>
        <a:bodyPr/>
        <a:lstStyle/>
        <a:p>
          <a:endParaRPr lang="en-US"/>
        </a:p>
      </dgm:t>
    </dgm:pt>
    <dgm:pt modelId="{6A7F67B6-0040-4899-9854-24302018D1D7}" type="sibTrans" cxnId="{37C01074-245E-4942-9CF0-A4B66146642A}">
      <dgm:prSet/>
      <dgm:spPr/>
      <dgm:t>
        <a:bodyPr/>
        <a:lstStyle/>
        <a:p>
          <a:endParaRPr lang="en-US"/>
        </a:p>
      </dgm:t>
    </dgm:pt>
    <dgm:pt modelId="{F8C74440-997A-4602-A362-81F92C4A2B63}">
      <dgm:prSet/>
      <dgm:spPr/>
      <dgm:t>
        <a:bodyPr/>
        <a:lstStyle/>
        <a:p>
          <a:pPr>
            <a:defRPr cap="all"/>
          </a:pPr>
          <a:r>
            <a:rPr lang="en-US"/>
            <a:t>Interactive explanations &amp; acupoints</a:t>
          </a:r>
        </a:p>
      </dgm:t>
    </dgm:pt>
    <dgm:pt modelId="{EF404DE5-D51B-4DDD-B2DE-A0A7152A4E3E}" type="parTrans" cxnId="{CF10CF72-16A6-4BCF-8FD4-2499FB91C27A}">
      <dgm:prSet/>
      <dgm:spPr/>
      <dgm:t>
        <a:bodyPr/>
        <a:lstStyle/>
        <a:p>
          <a:endParaRPr lang="en-US"/>
        </a:p>
      </dgm:t>
    </dgm:pt>
    <dgm:pt modelId="{8B9E4441-7648-4B27-A3C1-D9EA63BFDCDF}" type="sibTrans" cxnId="{CF10CF72-16A6-4BCF-8FD4-2499FB91C27A}">
      <dgm:prSet/>
      <dgm:spPr/>
      <dgm:t>
        <a:bodyPr/>
        <a:lstStyle/>
        <a:p>
          <a:endParaRPr lang="en-US"/>
        </a:p>
      </dgm:t>
    </dgm:pt>
    <dgm:pt modelId="{777DD009-579C-4706-89D7-02C1311BACD8}" type="pres">
      <dgm:prSet presAssocID="{00E8520E-1F9C-419A-8E04-DD722E334352}" presName="root" presStyleCnt="0">
        <dgm:presLayoutVars>
          <dgm:dir/>
          <dgm:resizeHandles val="exact"/>
        </dgm:presLayoutVars>
      </dgm:prSet>
      <dgm:spPr/>
    </dgm:pt>
    <dgm:pt modelId="{56D57098-C1A7-427E-ADD9-A2C6479795CD}" type="pres">
      <dgm:prSet presAssocID="{E24E0FDA-DBB0-4F14-8AD9-502487D29735}" presName="compNode" presStyleCnt="0"/>
      <dgm:spPr/>
    </dgm:pt>
    <dgm:pt modelId="{7F58DC5D-0C46-4B1C-91C7-1A1EAB7F3C8E}" type="pres">
      <dgm:prSet presAssocID="{E24E0FDA-DBB0-4F14-8AD9-502487D29735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00FA81D-AF62-448C-BFB3-1E0DFDE7A583}" type="pres">
      <dgm:prSet presAssocID="{E24E0FDA-DBB0-4F14-8AD9-502487D2973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照相机"/>
        </a:ext>
      </dgm:extLst>
    </dgm:pt>
    <dgm:pt modelId="{426E241F-C606-4711-989D-72FE34A60DC3}" type="pres">
      <dgm:prSet presAssocID="{E24E0FDA-DBB0-4F14-8AD9-502487D29735}" presName="spaceRect" presStyleCnt="0"/>
      <dgm:spPr/>
    </dgm:pt>
    <dgm:pt modelId="{42676536-1FF7-49E7-8550-BDC8D9DBFC84}" type="pres">
      <dgm:prSet presAssocID="{E24E0FDA-DBB0-4F14-8AD9-502487D29735}" presName="textRect" presStyleLbl="revTx" presStyleIdx="0" presStyleCnt="4">
        <dgm:presLayoutVars>
          <dgm:chMax val="1"/>
          <dgm:chPref val="1"/>
        </dgm:presLayoutVars>
      </dgm:prSet>
      <dgm:spPr/>
    </dgm:pt>
    <dgm:pt modelId="{9E399D44-6E31-4AFF-829B-B1EFC62DFC73}" type="pres">
      <dgm:prSet presAssocID="{D838C021-69DC-49AB-9ADF-4C186821DD4E}" presName="sibTrans" presStyleCnt="0"/>
      <dgm:spPr/>
    </dgm:pt>
    <dgm:pt modelId="{357BAC2F-C222-45A0-A22C-EC8501B22EBD}" type="pres">
      <dgm:prSet presAssocID="{89D530F1-869D-4EB9-9691-1356E7DE9162}" presName="compNode" presStyleCnt="0"/>
      <dgm:spPr/>
    </dgm:pt>
    <dgm:pt modelId="{6A5034C4-F534-4DCE-A536-53895A9EB9D4}" type="pres">
      <dgm:prSet presAssocID="{89D530F1-869D-4EB9-9691-1356E7DE9162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1ED0659-2046-4DAE-A515-5E1698373890}" type="pres">
      <dgm:prSet presAssocID="{89D530F1-869D-4EB9-9691-1356E7DE916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数据库"/>
        </a:ext>
      </dgm:extLst>
    </dgm:pt>
    <dgm:pt modelId="{2252237E-F63F-4E25-AA7A-60D8D7F06D9D}" type="pres">
      <dgm:prSet presAssocID="{89D530F1-869D-4EB9-9691-1356E7DE9162}" presName="spaceRect" presStyleCnt="0"/>
      <dgm:spPr/>
    </dgm:pt>
    <dgm:pt modelId="{CDA3F974-4B40-44E7-B52C-F502178C17D3}" type="pres">
      <dgm:prSet presAssocID="{89D530F1-869D-4EB9-9691-1356E7DE9162}" presName="textRect" presStyleLbl="revTx" presStyleIdx="1" presStyleCnt="4">
        <dgm:presLayoutVars>
          <dgm:chMax val="1"/>
          <dgm:chPref val="1"/>
        </dgm:presLayoutVars>
      </dgm:prSet>
      <dgm:spPr/>
    </dgm:pt>
    <dgm:pt modelId="{C1D2C6D0-5D67-474D-BDFE-FA15FEB1D3A1}" type="pres">
      <dgm:prSet presAssocID="{742AE3F0-D59E-4575-85DD-6E05F8F039F2}" presName="sibTrans" presStyleCnt="0"/>
      <dgm:spPr/>
    </dgm:pt>
    <dgm:pt modelId="{86FB5F8E-37DF-409F-8E37-8E624344B9CE}" type="pres">
      <dgm:prSet presAssocID="{0D2DE214-FCE0-4FB8-AC64-1CB5B6E7526E}" presName="compNode" presStyleCnt="0"/>
      <dgm:spPr/>
    </dgm:pt>
    <dgm:pt modelId="{3EBA7372-AC27-4991-AF0B-36492BF94A46}" type="pres">
      <dgm:prSet presAssocID="{0D2DE214-FCE0-4FB8-AC64-1CB5B6E7526E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E2592C4-C2AD-4E8F-8698-9D42CD5CE249}" type="pres">
      <dgm:prSet presAssocID="{0D2DE214-FCE0-4FB8-AC64-1CB5B6E7526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rtual RealityHeadset"/>
        </a:ext>
      </dgm:extLst>
    </dgm:pt>
    <dgm:pt modelId="{090FEBB9-9AAF-4CF9-AAD8-033AD3DE01AC}" type="pres">
      <dgm:prSet presAssocID="{0D2DE214-FCE0-4FB8-AC64-1CB5B6E7526E}" presName="spaceRect" presStyleCnt="0"/>
      <dgm:spPr/>
    </dgm:pt>
    <dgm:pt modelId="{4602E231-8916-4D6D-A0A5-6E79BBE95E53}" type="pres">
      <dgm:prSet presAssocID="{0D2DE214-FCE0-4FB8-AC64-1CB5B6E7526E}" presName="textRect" presStyleLbl="revTx" presStyleIdx="2" presStyleCnt="4">
        <dgm:presLayoutVars>
          <dgm:chMax val="1"/>
          <dgm:chPref val="1"/>
        </dgm:presLayoutVars>
      </dgm:prSet>
      <dgm:spPr/>
    </dgm:pt>
    <dgm:pt modelId="{148ECF25-7D64-4E2E-9B32-7B7C4FE7E651}" type="pres">
      <dgm:prSet presAssocID="{6A7F67B6-0040-4899-9854-24302018D1D7}" presName="sibTrans" presStyleCnt="0"/>
      <dgm:spPr/>
    </dgm:pt>
    <dgm:pt modelId="{A345FAC9-B922-4F3D-9F9F-E8CADF39637D}" type="pres">
      <dgm:prSet presAssocID="{F8C74440-997A-4602-A362-81F92C4A2B63}" presName="compNode" presStyleCnt="0"/>
      <dgm:spPr/>
    </dgm:pt>
    <dgm:pt modelId="{25709804-297B-4C8E-BE04-19341935088A}" type="pres">
      <dgm:prSet presAssocID="{F8C74440-997A-4602-A362-81F92C4A2B63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F25D1EA-D387-4C98-B32A-D51ECF1DC4D4}" type="pres">
      <dgm:prSet presAssocID="{F8C74440-997A-4602-A362-81F92C4A2B6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复选标记"/>
        </a:ext>
      </dgm:extLst>
    </dgm:pt>
    <dgm:pt modelId="{7B49FDF7-ED5B-4021-9EE5-A76F1FC6EFCD}" type="pres">
      <dgm:prSet presAssocID="{F8C74440-997A-4602-A362-81F92C4A2B63}" presName="spaceRect" presStyleCnt="0"/>
      <dgm:spPr/>
    </dgm:pt>
    <dgm:pt modelId="{17CF1425-8102-48EA-A7BF-749791682706}" type="pres">
      <dgm:prSet presAssocID="{F8C74440-997A-4602-A362-81F92C4A2B6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8F06B46-6069-4715-873A-A7FB53A830AA}" type="presOf" srcId="{0D2DE214-FCE0-4FB8-AC64-1CB5B6E7526E}" destId="{4602E231-8916-4D6D-A0A5-6E79BBE95E53}" srcOrd="0" destOrd="0" presId="urn:microsoft.com/office/officeart/2018/5/layout/IconLeafLabelList"/>
    <dgm:cxn modelId="{CF10CF72-16A6-4BCF-8FD4-2499FB91C27A}" srcId="{00E8520E-1F9C-419A-8E04-DD722E334352}" destId="{F8C74440-997A-4602-A362-81F92C4A2B63}" srcOrd="3" destOrd="0" parTransId="{EF404DE5-D51B-4DDD-B2DE-A0A7152A4E3E}" sibTransId="{8B9E4441-7648-4B27-A3C1-D9EA63BFDCDF}"/>
    <dgm:cxn modelId="{37C01074-245E-4942-9CF0-A4B66146642A}" srcId="{00E8520E-1F9C-419A-8E04-DD722E334352}" destId="{0D2DE214-FCE0-4FB8-AC64-1CB5B6E7526E}" srcOrd="2" destOrd="0" parTransId="{D272816C-CC7A-42C0-935A-ACF7CC5797DD}" sibTransId="{6A7F67B6-0040-4899-9854-24302018D1D7}"/>
    <dgm:cxn modelId="{61F13B82-1825-42B6-8ADD-550827E2044F}" type="presOf" srcId="{F8C74440-997A-4602-A362-81F92C4A2B63}" destId="{17CF1425-8102-48EA-A7BF-749791682706}" srcOrd="0" destOrd="0" presId="urn:microsoft.com/office/officeart/2018/5/layout/IconLeafLabelList"/>
    <dgm:cxn modelId="{874B2294-3FFB-4DDE-88C6-374447EEEE24}" type="presOf" srcId="{00E8520E-1F9C-419A-8E04-DD722E334352}" destId="{777DD009-579C-4706-89D7-02C1311BACD8}" srcOrd="0" destOrd="0" presId="urn:microsoft.com/office/officeart/2018/5/layout/IconLeafLabelList"/>
    <dgm:cxn modelId="{E8B03199-40B1-4FD1-8A9E-8233736D4941}" srcId="{00E8520E-1F9C-419A-8E04-DD722E334352}" destId="{E24E0FDA-DBB0-4F14-8AD9-502487D29735}" srcOrd="0" destOrd="0" parTransId="{3560FD37-7F55-439A-B941-3BE48207ADA7}" sibTransId="{D838C021-69DC-49AB-9ADF-4C186821DD4E}"/>
    <dgm:cxn modelId="{B4F9E599-AB5D-4A8C-B51E-7D3FF2137FCA}" type="presOf" srcId="{E24E0FDA-DBB0-4F14-8AD9-502487D29735}" destId="{42676536-1FF7-49E7-8550-BDC8D9DBFC84}" srcOrd="0" destOrd="0" presId="urn:microsoft.com/office/officeart/2018/5/layout/IconLeafLabelList"/>
    <dgm:cxn modelId="{2879A5A1-2D81-45F6-A694-C1A52156CFA5}" srcId="{00E8520E-1F9C-419A-8E04-DD722E334352}" destId="{89D530F1-869D-4EB9-9691-1356E7DE9162}" srcOrd="1" destOrd="0" parTransId="{07FCAD96-2494-4441-8CB9-35996113A6BD}" sibTransId="{742AE3F0-D59E-4575-85DD-6E05F8F039F2}"/>
    <dgm:cxn modelId="{B6BD07BB-FC64-4BB1-9223-AB9A180B0C51}" type="presOf" srcId="{89D530F1-869D-4EB9-9691-1356E7DE9162}" destId="{CDA3F974-4B40-44E7-B52C-F502178C17D3}" srcOrd="0" destOrd="0" presId="urn:microsoft.com/office/officeart/2018/5/layout/IconLeafLabelList"/>
    <dgm:cxn modelId="{05DA7864-6F0B-49AC-8F1C-24DDB0666894}" type="presParOf" srcId="{777DD009-579C-4706-89D7-02C1311BACD8}" destId="{56D57098-C1A7-427E-ADD9-A2C6479795CD}" srcOrd="0" destOrd="0" presId="urn:microsoft.com/office/officeart/2018/5/layout/IconLeafLabelList"/>
    <dgm:cxn modelId="{7459A72E-10A4-41AC-9904-5EDA45AA7B3F}" type="presParOf" srcId="{56D57098-C1A7-427E-ADD9-A2C6479795CD}" destId="{7F58DC5D-0C46-4B1C-91C7-1A1EAB7F3C8E}" srcOrd="0" destOrd="0" presId="urn:microsoft.com/office/officeart/2018/5/layout/IconLeafLabelList"/>
    <dgm:cxn modelId="{36C6F541-5E25-4486-99B3-8A4EEA370ADC}" type="presParOf" srcId="{56D57098-C1A7-427E-ADD9-A2C6479795CD}" destId="{900FA81D-AF62-448C-BFB3-1E0DFDE7A583}" srcOrd="1" destOrd="0" presId="urn:microsoft.com/office/officeart/2018/5/layout/IconLeafLabelList"/>
    <dgm:cxn modelId="{118A1724-3676-4C0A-9C81-B3DF868A3805}" type="presParOf" srcId="{56D57098-C1A7-427E-ADD9-A2C6479795CD}" destId="{426E241F-C606-4711-989D-72FE34A60DC3}" srcOrd="2" destOrd="0" presId="urn:microsoft.com/office/officeart/2018/5/layout/IconLeafLabelList"/>
    <dgm:cxn modelId="{E3DF8ECE-9709-4104-B277-F0C507BCE17F}" type="presParOf" srcId="{56D57098-C1A7-427E-ADD9-A2C6479795CD}" destId="{42676536-1FF7-49E7-8550-BDC8D9DBFC84}" srcOrd="3" destOrd="0" presId="urn:microsoft.com/office/officeart/2018/5/layout/IconLeafLabelList"/>
    <dgm:cxn modelId="{2D1CDB27-862B-43DD-AC65-BD969A53A17E}" type="presParOf" srcId="{777DD009-579C-4706-89D7-02C1311BACD8}" destId="{9E399D44-6E31-4AFF-829B-B1EFC62DFC73}" srcOrd="1" destOrd="0" presId="urn:microsoft.com/office/officeart/2018/5/layout/IconLeafLabelList"/>
    <dgm:cxn modelId="{00A27078-D52E-4EF6-AEE8-BA1BCA647548}" type="presParOf" srcId="{777DD009-579C-4706-89D7-02C1311BACD8}" destId="{357BAC2F-C222-45A0-A22C-EC8501B22EBD}" srcOrd="2" destOrd="0" presId="urn:microsoft.com/office/officeart/2018/5/layout/IconLeafLabelList"/>
    <dgm:cxn modelId="{98285D09-ABD3-451C-A95B-DCC4BC5EFEAD}" type="presParOf" srcId="{357BAC2F-C222-45A0-A22C-EC8501B22EBD}" destId="{6A5034C4-F534-4DCE-A536-53895A9EB9D4}" srcOrd="0" destOrd="0" presId="urn:microsoft.com/office/officeart/2018/5/layout/IconLeafLabelList"/>
    <dgm:cxn modelId="{45C29C68-5E12-4008-93F4-AAB011959364}" type="presParOf" srcId="{357BAC2F-C222-45A0-A22C-EC8501B22EBD}" destId="{01ED0659-2046-4DAE-A515-5E1698373890}" srcOrd="1" destOrd="0" presId="urn:microsoft.com/office/officeart/2018/5/layout/IconLeafLabelList"/>
    <dgm:cxn modelId="{60A8A86A-881B-41CE-9B86-E8B5DB2ACF37}" type="presParOf" srcId="{357BAC2F-C222-45A0-A22C-EC8501B22EBD}" destId="{2252237E-F63F-4E25-AA7A-60D8D7F06D9D}" srcOrd="2" destOrd="0" presId="urn:microsoft.com/office/officeart/2018/5/layout/IconLeafLabelList"/>
    <dgm:cxn modelId="{6DF9D618-C5ED-4976-91F3-832C7D869E93}" type="presParOf" srcId="{357BAC2F-C222-45A0-A22C-EC8501B22EBD}" destId="{CDA3F974-4B40-44E7-B52C-F502178C17D3}" srcOrd="3" destOrd="0" presId="urn:microsoft.com/office/officeart/2018/5/layout/IconLeafLabelList"/>
    <dgm:cxn modelId="{841F095C-28D1-473D-BD1C-C14FC6C3F4DA}" type="presParOf" srcId="{777DD009-579C-4706-89D7-02C1311BACD8}" destId="{C1D2C6D0-5D67-474D-BDFE-FA15FEB1D3A1}" srcOrd="3" destOrd="0" presId="urn:microsoft.com/office/officeart/2018/5/layout/IconLeafLabelList"/>
    <dgm:cxn modelId="{FB99A1C5-1736-49B7-B847-89BDF212C6CC}" type="presParOf" srcId="{777DD009-579C-4706-89D7-02C1311BACD8}" destId="{86FB5F8E-37DF-409F-8E37-8E624344B9CE}" srcOrd="4" destOrd="0" presId="urn:microsoft.com/office/officeart/2018/5/layout/IconLeafLabelList"/>
    <dgm:cxn modelId="{BC65C50A-F11B-492F-824F-CAB9F87DD228}" type="presParOf" srcId="{86FB5F8E-37DF-409F-8E37-8E624344B9CE}" destId="{3EBA7372-AC27-4991-AF0B-36492BF94A46}" srcOrd="0" destOrd="0" presId="urn:microsoft.com/office/officeart/2018/5/layout/IconLeafLabelList"/>
    <dgm:cxn modelId="{27DE1103-7CB5-4453-9AE7-F51734EE4708}" type="presParOf" srcId="{86FB5F8E-37DF-409F-8E37-8E624344B9CE}" destId="{EE2592C4-C2AD-4E8F-8698-9D42CD5CE249}" srcOrd="1" destOrd="0" presId="urn:microsoft.com/office/officeart/2018/5/layout/IconLeafLabelList"/>
    <dgm:cxn modelId="{E46AEB7B-7CAB-4F13-8EF3-09270959B3DF}" type="presParOf" srcId="{86FB5F8E-37DF-409F-8E37-8E624344B9CE}" destId="{090FEBB9-9AAF-4CF9-AAD8-033AD3DE01AC}" srcOrd="2" destOrd="0" presId="urn:microsoft.com/office/officeart/2018/5/layout/IconLeafLabelList"/>
    <dgm:cxn modelId="{9AB38BF1-DE42-46DD-9049-011425884F06}" type="presParOf" srcId="{86FB5F8E-37DF-409F-8E37-8E624344B9CE}" destId="{4602E231-8916-4D6D-A0A5-6E79BBE95E53}" srcOrd="3" destOrd="0" presId="urn:microsoft.com/office/officeart/2018/5/layout/IconLeafLabelList"/>
    <dgm:cxn modelId="{E37F682A-975B-4800-B34C-99CD0629444B}" type="presParOf" srcId="{777DD009-579C-4706-89D7-02C1311BACD8}" destId="{148ECF25-7D64-4E2E-9B32-7B7C4FE7E651}" srcOrd="5" destOrd="0" presId="urn:microsoft.com/office/officeart/2018/5/layout/IconLeafLabelList"/>
    <dgm:cxn modelId="{FF526618-F27D-45E2-816B-28448E40E266}" type="presParOf" srcId="{777DD009-579C-4706-89D7-02C1311BACD8}" destId="{A345FAC9-B922-4F3D-9F9F-E8CADF39637D}" srcOrd="6" destOrd="0" presId="urn:microsoft.com/office/officeart/2018/5/layout/IconLeafLabelList"/>
    <dgm:cxn modelId="{236FE722-D476-4D32-B0BB-1C3349A7655D}" type="presParOf" srcId="{A345FAC9-B922-4F3D-9F9F-E8CADF39637D}" destId="{25709804-297B-4C8E-BE04-19341935088A}" srcOrd="0" destOrd="0" presId="urn:microsoft.com/office/officeart/2018/5/layout/IconLeafLabelList"/>
    <dgm:cxn modelId="{9FD74881-AE65-4BB3-A779-46398FA3DC57}" type="presParOf" srcId="{A345FAC9-B922-4F3D-9F9F-E8CADF39637D}" destId="{5F25D1EA-D387-4C98-B32A-D51ECF1DC4D4}" srcOrd="1" destOrd="0" presId="urn:microsoft.com/office/officeart/2018/5/layout/IconLeafLabelList"/>
    <dgm:cxn modelId="{3958FA9B-A333-4FF6-AF2E-89AA552F6AB1}" type="presParOf" srcId="{A345FAC9-B922-4F3D-9F9F-E8CADF39637D}" destId="{7B49FDF7-ED5B-4021-9EE5-A76F1FC6EFCD}" srcOrd="2" destOrd="0" presId="urn:microsoft.com/office/officeart/2018/5/layout/IconLeafLabelList"/>
    <dgm:cxn modelId="{BEB6DD74-CAA8-403E-AC41-B82758674580}" type="presParOf" srcId="{A345FAC9-B922-4F3D-9F9F-E8CADF39637D}" destId="{17CF1425-8102-48EA-A7BF-74979168270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E043C7-0450-4B79-A755-9415E43380B0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9BBE16-1582-44D5-85FE-6C727B3FABA7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TCM facial diagnosis maps facial regions → five organs &amp; five elements</a:t>
          </a:r>
        </a:p>
      </dsp:txBody>
      <dsp:txXfrm>
        <a:off x="398656" y="1088253"/>
        <a:ext cx="2959127" cy="1837317"/>
      </dsp:txXfrm>
    </dsp:sp>
    <dsp:sp modelId="{A509C62B-16BC-47F1-8BDD-478685FBB065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1C04A7-A262-4537-9AEF-E9C1FE8A38E2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Existing representations are static and abstract</a:t>
          </a:r>
        </a:p>
      </dsp:txBody>
      <dsp:txXfrm>
        <a:off x="4155097" y="1088253"/>
        <a:ext cx="2959127" cy="1837317"/>
      </dsp:txXfrm>
    </dsp:sp>
    <dsp:sp modelId="{9F4F6CC6-B068-498F-8E05-A36C849B3E89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656F28-7575-493A-AA0D-A894DA12B018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Goal: make TCM knowledge experiential, visual, and interactive (not medical diagnosis)</a:t>
          </a:r>
        </a:p>
      </dsp:txBody>
      <dsp:txXfrm>
        <a:off x="7911539" y="1088253"/>
        <a:ext cx="2959127" cy="18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9DF427-F71D-4666-B484-0B1978EB8DD3}">
      <dsp:nvSpPr>
        <dsp:cNvPr id="0" name=""/>
        <dsp:cNvSpPr/>
      </dsp:nvSpPr>
      <dsp:spPr>
        <a:xfrm>
          <a:off x="0" y="404352"/>
          <a:ext cx="6666833" cy="1137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95732" rIns="51742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Maps face regions → Heart / Liver / Spleen / Lung / Kidney</a:t>
          </a:r>
        </a:p>
      </dsp:txBody>
      <dsp:txXfrm>
        <a:off x="0" y="404352"/>
        <a:ext cx="6666833" cy="1137150"/>
      </dsp:txXfrm>
    </dsp:sp>
    <dsp:sp modelId="{463FEE2A-F5BD-4370-B775-15FA62BC69A7}">
      <dsp:nvSpPr>
        <dsp:cNvPr id="0" name=""/>
        <dsp:cNvSpPr/>
      </dsp:nvSpPr>
      <dsp:spPr>
        <a:xfrm>
          <a:off x="333341" y="123912"/>
          <a:ext cx="4666783" cy="5608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Facial Region Segmentation</a:t>
          </a:r>
        </a:p>
      </dsp:txBody>
      <dsp:txXfrm>
        <a:off x="360721" y="151292"/>
        <a:ext cx="4612023" cy="506120"/>
      </dsp:txXfrm>
    </dsp:sp>
    <dsp:sp modelId="{95B21325-A449-4349-AA79-7A4F45BC0CA9}">
      <dsp:nvSpPr>
        <dsp:cNvPr id="0" name=""/>
        <dsp:cNvSpPr/>
      </dsp:nvSpPr>
      <dsp:spPr>
        <a:xfrm>
          <a:off x="0" y="1924542"/>
          <a:ext cx="6666833" cy="15261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95732" rIns="51742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Average RGB per region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Matches against predefined A–D color templates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Produces symbolic organ “states”</a:t>
          </a:r>
        </a:p>
      </dsp:txBody>
      <dsp:txXfrm>
        <a:off x="0" y="1924542"/>
        <a:ext cx="6666833" cy="1526174"/>
      </dsp:txXfrm>
    </dsp:sp>
    <dsp:sp modelId="{60A26E6B-A48C-4F5C-B34E-4B7394C35401}">
      <dsp:nvSpPr>
        <dsp:cNvPr id="0" name=""/>
        <dsp:cNvSpPr/>
      </dsp:nvSpPr>
      <dsp:spPr>
        <a:xfrm>
          <a:off x="333341" y="1644102"/>
          <a:ext cx="4666783" cy="56088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Five-Element Color Modeling</a:t>
          </a:r>
        </a:p>
      </dsp:txBody>
      <dsp:txXfrm>
        <a:off x="360721" y="1671482"/>
        <a:ext cx="4612023" cy="506120"/>
      </dsp:txXfrm>
    </dsp:sp>
    <dsp:sp modelId="{C5786795-E146-4270-841D-B65A15BD3A77}">
      <dsp:nvSpPr>
        <dsp:cNvPr id="0" name=""/>
        <dsp:cNvSpPr/>
      </dsp:nvSpPr>
      <dsp:spPr>
        <a:xfrm>
          <a:off x="0" y="3833757"/>
          <a:ext cx="6666833" cy="1496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95732" rIns="51742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Qwen-VL generates observation-based explanations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Structured per organ</a:t>
          </a:r>
        </a:p>
      </dsp:txBody>
      <dsp:txXfrm>
        <a:off x="0" y="3833757"/>
        <a:ext cx="6666833" cy="1496250"/>
      </dsp:txXfrm>
    </dsp:sp>
    <dsp:sp modelId="{3B382496-E2DC-4DDA-948F-DBB0414A4670}">
      <dsp:nvSpPr>
        <dsp:cNvPr id="0" name=""/>
        <dsp:cNvSpPr/>
      </dsp:nvSpPr>
      <dsp:spPr>
        <a:xfrm>
          <a:off x="333341" y="3553317"/>
          <a:ext cx="4666783" cy="56088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Multimodal LLM Interpretation</a:t>
          </a:r>
        </a:p>
      </dsp:txBody>
      <dsp:txXfrm>
        <a:off x="360721" y="3580697"/>
        <a:ext cx="4612023" cy="5061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286F09-875A-43A4-B36A-2809660A12ED}">
      <dsp:nvSpPr>
        <dsp:cNvPr id="0" name=""/>
        <dsp:cNvSpPr/>
      </dsp:nvSpPr>
      <dsp:spPr>
        <a:xfrm>
          <a:off x="0" y="82174"/>
          <a:ext cx="6666833" cy="16883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Links face → internal organs → abstract theory spatially</a:t>
          </a:r>
        </a:p>
      </dsp:txBody>
      <dsp:txXfrm>
        <a:off x="82417" y="164591"/>
        <a:ext cx="6501999" cy="1523476"/>
      </dsp:txXfrm>
    </dsp:sp>
    <dsp:sp modelId="{772A627F-CFB6-43AA-81FC-083CA6E8998A}">
      <dsp:nvSpPr>
        <dsp:cNvPr id="0" name=""/>
        <dsp:cNvSpPr/>
      </dsp:nvSpPr>
      <dsp:spPr>
        <a:xfrm>
          <a:off x="0" y="1882804"/>
          <a:ext cx="6666833" cy="168831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Enables interaction instead of reading</a:t>
          </a:r>
        </a:p>
      </dsp:txBody>
      <dsp:txXfrm>
        <a:off x="82417" y="1965221"/>
        <a:ext cx="6501999" cy="1523476"/>
      </dsp:txXfrm>
    </dsp:sp>
    <dsp:sp modelId="{8A5F530B-057E-4990-8B31-67CECAD5FB25}">
      <dsp:nvSpPr>
        <dsp:cNvPr id="0" name=""/>
        <dsp:cNvSpPr/>
      </dsp:nvSpPr>
      <dsp:spPr>
        <a:xfrm>
          <a:off x="0" y="3683435"/>
          <a:ext cx="6666833" cy="168831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Supports embodied learning</a:t>
          </a:r>
        </a:p>
      </dsp:txBody>
      <dsp:txXfrm>
        <a:off x="82417" y="3765852"/>
        <a:ext cx="6501999" cy="15234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776BC9-EEA9-4EAB-A9F6-27D3695766F0}">
      <dsp:nvSpPr>
        <dsp:cNvPr id="0" name=""/>
        <dsp:cNvSpPr/>
      </dsp:nvSpPr>
      <dsp:spPr>
        <a:xfrm>
          <a:off x="0" y="72834"/>
          <a:ext cx="6666833" cy="1264422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Color-annotated facial image</a:t>
          </a:r>
        </a:p>
      </dsp:txBody>
      <dsp:txXfrm>
        <a:off x="61724" y="134558"/>
        <a:ext cx="6543385" cy="1140974"/>
      </dsp:txXfrm>
    </dsp:sp>
    <dsp:sp modelId="{B082F066-69D8-4C9F-BD8D-EFC28B807A72}">
      <dsp:nvSpPr>
        <dsp:cNvPr id="0" name=""/>
        <dsp:cNvSpPr/>
      </dsp:nvSpPr>
      <dsp:spPr>
        <a:xfrm>
          <a:off x="0" y="1420777"/>
          <a:ext cx="6666833" cy="1264422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3D human model with organs highlighted</a:t>
          </a:r>
        </a:p>
      </dsp:txBody>
      <dsp:txXfrm>
        <a:off x="61724" y="1482501"/>
        <a:ext cx="6543385" cy="1140974"/>
      </dsp:txXfrm>
    </dsp:sp>
    <dsp:sp modelId="{6C525FCE-0328-4AF0-A1E2-EE97EAA69444}">
      <dsp:nvSpPr>
        <dsp:cNvPr id="0" name=""/>
        <dsp:cNvSpPr/>
      </dsp:nvSpPr>
      <dsp:spPr>
        <a:xfrm>
          <a:off x="0" y="2768719"/>
          <a:ext cx="6666833" cy="1264422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Organ-specific explanations</a:t>
          </a:r>
        </a:p>
      </dsp:txBody>
      <dsp:txXfrm>
        <a:off x="61724" y="2830443"/>
        <a:ext cx="6543385" cy="1140974"/>
      </dsp:txXfrm>
    </dsp:sp>
    <dsp:sp modelId="{7612BFB9-39C0-4AE1-8E29-257D01704476}">
      <dsp:nvSpPr>
        <dsp:cNvPr id="0" name=""/>
        <dsp:cNvSpPr/>
      </dsp:nvSpPr>
      <dsp:spPr>
        <a:xfrm>
          <a:off x="0" y="4116662"/>
          <a:ext cx="6666833" cy="1264422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Related facial &amp; hand acupoints</a:t>
          </a:r>
        </a:p>
      </dsp:txBody>
      <dsp:txXfrm>
        <a:off x="61724" y="4178386"/>
        <a:ext cx="6543385" cy="11409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58DC5D-0C46-4B1C-91C7-1A1EAB7F3C8E}">
      <dsp:nvSpPr>
        <dsp:cNvPr id="0" name=""/>
        <dsp:cNvSpPr/>
      </dsp:nvSpPr>
      <dsp:spPr>
        <a:xfrm>
          <a:off x="56292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0FA81D-AF62-448C-BFB3-1E0DFDE7A583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676536-1FF7-49E7-8550-BDC8D9DBFC84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Uploading a face image</a:t>
          </a:r>
        </a:p>
      </dsp:txBody>
      <dsp:txXfrm>
        <a:off x="100682" y="2684598"/>
        <a:ext cx="2370489" cy="720000"/>
      </dsp:txXfrm>
    </dsp:sp>
    <dsp:sp modelId="{6A5034C4-F534-4DCE-A536-53895A9EB9D4}">
      <dsp:nvSpPr>
        <dsp:cNvPr id="0" name=""/>
        <dsp:cNvSpPr/>
      </dsp:nvSpPr>
      <dsp:spPr>
        <a:xfrm>
          <a:off x="334825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ED0659-2046-4DAE-A515-5E1698373890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A3F974-4B40-44E7-B52C-F502178C17D3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Server-side analysis result</a:t>
          </a:r>
        </a:p>
      </dsp:txBody>
      <dsp:txXfrm>
        <a:off x="2886007" y="2684598"/>
        <a:ext cx="2370489" cy="720000"/>
      </dsp:txXfrm>
    </dsp:sp>
    <dsp:sp modelId="{3EBA7372-AC27-4991-AF0B-36492BF94A46}">
      <dsp:nvSpPr>
        <dsp:cNvPr id="0" name=""/>
        <dsp:cNvSpPr/>
      </dsp:nvSpPr>
      <dsp:spPr>
        <a:xfrm>
          <a:off x="613357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2592C4-C2AD-4E8F-8698-9D42CD5CE249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02E231-8916-4D6D-A0A5-6E79BBE95E53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VR visualization of organs &amp; colors</a:t>
          </a:r>
        </a:p>
      </dsp:txBody>
      <dsp:txXfrm>
        <a:off x="5671332" y="2684598"/>
        <a:ext cx="2370489" cy="720000"/>
      </dsp:txXfrm>
    </dsp:sp>
    <dsp:sp modelId="{25709804-297B-4C8E-BE04-19341935088A}">
      <dsp:nvSpPr>
        <dsp:cNvPr id="0" name=""/>
        <dsp:cNvSpPr/>
      </dsp:nvSpPr>
      <dsp:spPr>
        <a:xfrm>
          <a:off x="891890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25D1EA-D387-4C98-B32A-D51ECF1DC4D4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CF1425-8102-48EA-A7BF-749791682706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Interactive explanations &amp; acupoints</a:t>
          </a:r>
        </a:p>
      </dsp:txBody>
      <dsp:txXfrm>
        <a:off x="8456657" y="2684598"/>
        <a:ext cx="23704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1DE146-E53A-F616-B1D4-E8B693925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5FE9E4-0673-87E9-04D4-79E5E6EEAD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D3C309-1D37-0795-781C-B330B35F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D83AA-32C0-4091-AB94-F3ACA433D7B9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CF913C-A192-E5D5-1BBC-CBE86388F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7A052F-3B8B-5946-70FA-91E4A60FC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4A248-7A37-4D74-8D27-992FB7101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5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2EADFC-4FCF-F8C6-FB0F-D0C042E67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CC596E-CC1C-EFC5-89F8-DBB706BD8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A1078F-9E7C-7443-3246-234BA7293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D83AA-32C0-4091-AB94-F3ACA433D7B9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AC82AE-40A8-12D8-4D83-C88217B70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FA84C6-CA24-37C1-0874-CB54D36B9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4A248-7A37-4D74-8D27-992FB7101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1415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C29F7-24E9-28DE-99FA-169CA98A8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23566A-09E4-13C4-AB45-27FC0F824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BC7A1D-18A3-3D78-956B-13500B33B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D83AA-32C0-4091-AB94-F3ACA433D7B9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9A0D59-52B8-1DB6-BBA9-F919C62B3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BCCD74-69CB-249D-34A1-B426D38DD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4A248-7A37-4D74-8D27-992FB7101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021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8A622B-1C69-C9DA-DC6B-B3567B339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2E28EB-827B-A29B-10E4-DF9C0A6871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202E8A-0BF0-0188-A979-0FE1EC3C3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15497E-B656-9858-017D-53130D2B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D83AA-32C0-4091-AB94-F3ACA433D7B9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A8DA87-D64E-BF60-0B0A-AD8A2B32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F827D6-24F9-7869-468B-E7E79BEA8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4A248-7A37-4D74-8D27-992FB7101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127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12E2D6-D58D-11A3-A61A-161A907A9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7A1B2D-685A-2A9D-096C-30DEC7434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31B427-BB12-E4C5-E98A-0E8556AE31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D2F19E7-0202-8E4F-C453-D09ABAB93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3D6427-6698-2149-230A-23E13B740C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640783D-4FA3-5ECE-23D5-23AF6B8C6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D83AA-32C0-4091-AB94-F3ACA433D7B9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FC5B1CF-A0B3-2CA5-8E20-B3CCC4141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CC3F074-7DC3-E2B2-079B-2F8B9496A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4A248-7A37-4D74-8D27-992FB7101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493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195552-E8BD-249B-7BD2-754E77EB7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13E0ED3-06FE-C047-E508-2E96FF617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D83AA-32C0-4091-AB94-F3ACA433D7B9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7734B5-2B40-3F78-3255-1A4997C6A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6CF8BC-B688-A048-137B-EE18FA613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4A248-7A37-4D74-8D27-992FB7101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222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BE6A6C4-E978-0C9A-4128-6E44809C2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D83AA-32C0-4091-AB94-F3ACA433D7B9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03D76E9-3401-A7A1-4E51-51DA5FF5B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261EAB-6B78-A3A5-9075-B2C5ECDE9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4A248-7A37-4D74-8D27-992FB7101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768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1B06D-2434-904E-E649-0828B235E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7FDC2A-99F2-2FE7-E45A-8010D42FD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634753-592F-96D1-9EAA-0865EBAB3A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525A4A-D952-90A4-2B3C-09079907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D83AA-32C0-4091-AB94-F3ACA433D7B9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FFEDDC-B1B5-4F81-3A1B-D7DCE2E12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9DE569-CA35-4E52-9321-EDD1EB4A9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4A248-7A37-4D74-8D27-992FB7101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5618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CEE02B-2C4F-2D7A-FA57-5995AB53F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CCE42B2-6DCE-9892-A5D1-702B162B88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A427FE-8DA7-8347-BE91-E9C7E94A1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A1B3F3-9C0F-FE50-C759-D3D879913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D83AA-32C0-4091-AB94-F3ACA433D7B9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870D56-63D5-708D-3E1D-6506BA5C9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78BD68-FE3F-9902-B2B3-0E7FCEA82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4A248-7A37-4D74-8D27-992FB7101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0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680DA9-01D8-AF41-8AC0-6EAC38D70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E35F54-A310-428F-D07E-358FA2E12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5B4CB9-3D24-38EB-E78F-E5F239762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D83AA-32C0-4091-AB94-F3ACA433D7B9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E4CC40-CE2F-816A-A0C8-0DFE3957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F88B65-85AC-65C2-E658-744CFAA3A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4A248-7A37-4D74-8D27-992FB7101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68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753879-B0FE-1464-332F-9077133A3D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FB6872-122E-6DE3-EF98-38746540D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43FA0F-860C-E8C5-0645-3E73D43B5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D83AA-32C0-4091-AB94-F3ACA433D7B9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52B48F-DAA2-4542-2E79-640E7E822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53EC6B-EBFA-E7EC-CC2C-190D42566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4A248-7A37-4D74-8D27-992FB7101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78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1F5CFB2-8A48-8B4C-207F-2D6281F59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060A96-B5CF-CCF0-A5FF-C6932317C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D40EE2-429A-9D1A-5A56-BBEE193BE2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2D83AA-32C0-4091-AB94-F3ACA433D7B9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608B8E-6A1B-8FDA-2CF3-5A57F1CE70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F424F1-C5D0-76A4-CF06-ADE8F6C38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34A248-7A37-4D74-8D27-992FB7101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5608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24667C-4950-CC8C-1182-DB24BA8C69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altLang="zh-CN" sz="48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Interactive VR System for VisualizingTraditional Chinese Medicine Facial Diagnostics</a:t>
            </a:r>
            <a:endParaRPr lang="zh-CN" altLang="en-US" sz="48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80DBD1-07A3-0D55-CC73-886541721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n-US" altLang="zh-CN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VR × Multimodal AI × TCM Cultural Visualization</a:t>
            </a:r>
          </a:p>
          <a:p>
            <a:pPr algn="l"/>
            <a:r>
              <a:rPr lang="en-US" altLang="zh-CN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Jingyan Hu</a:t>
            </a:r>
            <a:endParaRPr lang="zh-CN" altLang="en-US">
              <a:solidFill>
                <a:srgbClr val="FFFFFF"/>
              </a:solidFill>
              <a:latin typeface="Cambria" panose="020405030504060302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25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65D6E3F-CAE3-B479-5501-C19529AE1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altLang="zh-CN" sz="4000">
                <a:solidFill>
                  <a:srgbClr val="FFFFFF"/>
                </a:solidFill>
              </a:rPr>
              <a:t>Key Points</a:t>
            </a:r>
            <a:endParaRPr lang="zh-CN" alt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E466B656-745E-EEB9-9CA0-FA1A31DCAF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56764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6648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F96C092-EFBB-448E-E57E-4F4FF8B23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84" y="4230093"/>
            <a:ext cx="4150581" cy="1800165"/>
          </a:xfrm>
        </p:spPr>
        <p:txBody>
          <a:bodyPr anchor="t">
            <a:normAutofit/>
          </a:bodyPr>
          <a:lstStyle/>
          <a:p>
            <a:pPr algn="r"/>
            <a:r>
              <a:rPr lang="en-US" altLang="zh-CN" sz="4000"/>
              <a:t>System Idea</a:t>
            </a:r>
            <a:endParaRPr lang="zh-CN" altLang="en-US" sz="4000"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CB6BE79A-FB2F-7257-79F4-C151C21498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592" y="713672"/>
            <a:ext cx="11139778" cy="2942381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F60282-9EC4-20D7-FD52-362A75A45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6415" y="4230094"/>
            <a:ext cx="6235268" cy="1800164"/>
          </a:xfrm>
        </p:spPr>
        <p:txBody>
          <a:bodyPr anchor="t">
            <a:normAutofit/>
          </a:bodyPr>
          <a:lstStyle/>
          <a:p>
            <a:r>
              <a:rPr lang="en-US" altLang="zh-CN" sz="2000"/>
              <a:t>A pipeline that turns a user’s face image into an immersive, explorable VR visualization of TCM facial theory.</a:t>
            </a:r>
            <a:endParaRPr lang="zh-CN" alt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91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DF1ED9E-C9A1-2682-9E96-5C7B943A7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altLang="zh-CN" sz="4000">
                <a:solidFill>
                  <a:srgbClr val="FFFFFF"/>
                </a:solidFill>
              </a:rPr>
              <a:t>Technical Component</a:t>
            </a:r>
            <a:endParaRPr lang="zh-CN" alt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9185D484-9411-3FF6-5E36-78EDFC625E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643797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2622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AEDCFD9-E5D6-FD8A-487B-6B7BF641D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altLang="zh-CN" sz="4000">
                <a:solidFill>
                  <a:srgbClr val="FFFFFF"/>
                </a:solidFill>
              </a:rPr>
              <a:t>Why VR is essential here:</a:t>
            </a:r>
            <a:endParaRPr lang="zh-CN" alt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C11501C7-F58C-1C51-D0BD-6A5824D786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901736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6003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1B53FA9-8346-AE7D-AE39-462220C68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altLang="zh-CN" sz="4000">
                <a:solidFill>
                  <a:srgbClr val="FFFFFF"/>
                </a:solidFill>
              </a:rPr>
              <a:t>What VR shows</a:t>
            </a:r>
            <a:endParaRPr lang="zh-CN" alt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D570AE71-2BED-3272-EB6B-DBE7CC1D22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19369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1283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9FE902B-77D8-8681-8C3A-F7A590EA6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altLang="zh-CN" sz="4000">
                <a:solidFill>
                  <a:srgbClr val="FFFFFF"/>
                </a:solidFill>
              </a:rPr>
              <a:t>Demo Roadmap</a:t>
            </a:r>
            <a:endParaRPr lang="zh-CN" altLang="en-US" sz="4000">
              <a:solidFill>
                <a:srgbClr val="FFFFFF"/>
              </a:solidFill>
            </a:endParaRPr>
          </a:p>
        </p:txBody>
      </p:sp>
      <p:graphicFrame>
        <p:nvGraphicFramePr>
          <p:cNvPr id="40" name="内容占位符 2">
            <a:extLst>
              <a:ext uri="{FF2B5EF4-FFF2-40B4-BE49-F238E27FC236}">
                <a16:creationId xmlns:a16="http://schemas.microsoft.com/office/drawing/2014/main" id="{6ADD8020-23E9-24AF-520D-5E1E127E15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63056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2487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188</Words>
  <Application>Microsoft Office PowerPoint</Application>
  <PresentationFormat>宽屏</PresentationFormat>
  <Paragraphs>33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Arial</vt:lpstr>
      <vt:lpstr>Cambria</vt:lpstr>
      <vt:lpstr>Times New Roman</vt:lpstr>
      <vt:lpstr>Office 主题​​</vt:lpstr>
      <vt:lpstr>An Interactive VR System for VisualizingTraditional Chinese Medicine Facial Diagnostics</vt:lpstr>
      <vt:lpstr>Key Points</vt:lpstr>
      <vt:lpstr>System Idea</vt:lpstr>
      <vt:lpstr>Technical Component</vt:lpstr>
      <vt:lpstr>Why VR is essential here:</vt:lpstr>
      <vt:lpstr>What VR shows</vt:lpstr>
      <vt:lpstr>Demo 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jh5086</dc:creator>
  <cp:lastModifiedBy>jh5086</cp:lastModifiedBy>
  <cp:revision>1</cp:revision>
  <dcterms:created xsi:type="dcterms:W3CDTF">2025-12-17T10:32:07Z</dcterms:created>
  <dcterms:modified xsi:type="dcterms:W3CDTF">2025-12-17T10:44:24Z</dcterms:modified>
</cp:coreProperties>
</file>